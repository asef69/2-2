
<file path=[Content_Types].xml><?xml version="1.0" encoding="utf-8"?>
<Types xmlns="http://schemas.openxmlformats.org/package/2006/content-types">
  <Override PartName="/ppt/slideMasters/slideMaster3.xml" ContentType="application/vnd.openxmlformats-officedocument.presentationml.slideMaster+xml"/>
  <Override PartName="/ppt/slideLayouts/slideLayout39.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Override PartName="/ppt/slideLayouts/slideLayout44.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Layouts/slideLayout42.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ppt/notesSlides/notesSlide9.xml" ContentType="application/vnd.openxmlformats-officedocument.presentationml.notesSlide+xml"/>
  <Override PartName="/ppt/notesSlides/notesSlide7.xml" ContentType="application/vnd.openxmlformats-officedocument.presentationml.notesSlide+xml"/>
  <Override PartName="/ppt/diagrams/layout1.xml" ContentType="application/vnd.openxmlformats-officedocument.drawingml.diagramLayout+xml"/>
  <Default Extension="xlsx" ContentType="application/vnd.openxmlformats-officedocument.spreadsheetml.sheet"/>
  <Override PartName="/ppt/notesSlides/notesSlide10.xml" ContentType="application/vnd.openxmlformats-officedocument.presentationml.notesSlide+xml"/>
  <Override PartName="/ppt/slideMasters/slideMaster4.xml" ContentType="application/vnd.openxmlformats-officedocument.presentationml.slideMaster+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heme/theme6.xml" ContentType="application/vnd.openxmlformats-officedocument.theme+xml"/>
  <Override PartName="/ppt/notesSlides/notesSlide5.xml" ContentType="application/vnd.openxmlformats-officedocument.presentationml.notesSlide+xml"/>
  <Override PartName="/ppt/charts/chart1.xml" ContentType="application/vnd.openxmlformats-officedocument.drawingml.chart+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Default Extension="jpeg" ContentType="image/jpeg"/>
  <Default Extension="emf" ContentType="image/x-emf"/>
  <Override PartName="/ppt/diagrams/quickStyle1.xml" ContentType="application/vnd.openxmlformats-officedocument.drawingml.diagramStyle+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Default Extension="wdp" ContentType="image/vnd.ms-photo"/>
  <Override PartName="/ppt/slideLayouts/slideLayout10.xml" ContentType="application/vnd.openxmlformats-officedocument.presentationml.slideLayout+xml"/>
  <Override PartName="/ppt/notesSlides/notesSlide8.xml" ContentType="application/vnd.openxmlformats-officedocument.presentationml.notesSlide+xml"/>
  <Default Extension="gif" ContentType="image/gif"/>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ppt/diagrams/data1.xml" ContentType="application/vnd.openxmlformats-officedocument.drawingml.diagramData+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1"/>
    <p:sldMasterId id="2147483711" r:id="rId2"/>
    <p:sldMasterId id="2147483723" r:id="rId3"/>
    <p:sldMasterId id="2147483735" r:id="rId4"/>
  </p:sldMasterIdLst>
  <p:notesMasterIdLst>
    <p:notesMasterId r:id="rId26"/>
  </p:notesMasterIdLst>
  <p:handoutMasterIdLst>
    <p:handoutMasterId r:id="rId27"/>
  </p:handoutMasterIdLst>
  <p:sldIdLst>
    <p:sldId id="293" r:id="rId5"/>
    <p:sldId id="294" r:id="rId6"/>
    <p:sldId id="296" r:id="rId7"/>
    <p:sldId id="295" r:id="rId8"/>
    <p:sldId id="298" r:id="rId9"/>
    <p:sldId id="305" r:id="rId10"/>
    <p:sldId id="299" r:id="rId11"/>
    <p:sldId id="300" r:id="rId12"/>
    <p:sldId id="304" r:id="rId13"/>
    <p:sldId id="303" r:id="rId14"/>
    <p:sldId id="279" r:id="rId15"/>
    <p:sldId id="306" r:id="rId16"/>
    <p:sldId id="280" r:id="rId17"/>
    <p:sldId id="314" r:id="rId18"/>
    <p:sldId id="309" r:id="rId19"/>
    <p:sldId id="312" r:id="rId20"/>
    <p:sldId id="313" r:id="rId21"/>
    <p:sldId id="315" r:id="rId22"/>
    <p:sldId id="316" r:id="rId23"/>
    <p:sldId id="317" r:id="rId24"/>
    <p:sldId id="285" r:id="rId25"/>
  </p:sldIdLst>
  <p:sldSz cx="9144000" cy="6858000" type="screen4x3"/>
  <p:notesSz cx="68580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B01513"/>
    <a:srgbClr val="FF4519"/>
    <a:srgbClr val="FF33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000" autoAdjust="0"/>
    <p:restoredTop sz="76122" autoAdjust="0"/>
  </p:normalViewPr>
  <p:slideViewPr>
    <p:cSldViewPr snapToGrid="0">
      <p:cViewPr varScale="1">
        <p:scale>
          <a:sx n="56" d="100"/>
          <a:sy n="56" d="100"/>
        </p:scale>
        <p:origin x="-1290" y="-84"/>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Office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chart>
    <c:autoTitleDeleted val="1"/>
    <c:plotArea>
      <c:layout>
        <c:manualLayout>
          <c:layoutTarget val="inner"/>
          <c:xMode val="edge"/>
          <c:yMode val="edge"/>
          <c:x val="0.17554055112357"/>
          <c:y val="2.9723280935323799E-2"/>
          <c:w val="0.5566370659706098"/>
          <c:h val="0.80679867392039628"/>
        </c:manualLayout>
      </c:layout>
      <c:pieChart>
        <c:varyColors val="1"/>
        <c:ser>
          <c:idx val="0"/>
          <c:order val="0"/>
          <c:tx>
            <c:strRef>
              <c:f>Sheet1!$B$1</c:f>
              <c:strCache>
                <c:ptCount val="1"/>
                <c:pt idx="0">
                  <c:v>Sales</c:v>
                </c:pt>
              </c:strCache>
            </c:strRef>
          </c:tx>
          <c:explosion val="9"/>
          <c:cat>
            <c:strRef>
              <c:f>Sheet1!$A$2:$A$3</c:f>
              <c:strCache>
                <c:ptCount val="2"/>
                <c:pt idx="0">
                  <c:v>1st Qtr</c:v>
                </c:pt>
                <c:pt idx="1">
                  <c:v>2nd Qtr</c:v>
                </c:pt>
              </c:strCache>
            </c:strRef>
          </c:cat>
          <c:val>
            <c:numRef>
              <c:f>Sheet1!$B$2:$B$3</c:f>
              <c:numCache>
                <c:formatCode>General</c:formatCode>
                <c:ptCount val="2"/>
                <c:pt idx="0">
                  <c:v>15</c:v>
                </c:pt>
                <c:pt idx="1">
                  <c:v>85</c:v>
                </c:pt>
              </c:numCache>
            </c:numRef>
          </c:val>
          <c:extLst xmlns:c16r2="http://schemas.microsoft.com/office/drawing/2015/06/chart">
            <c:ext xmlns:c16="http://schemas.microsoft.com/office/drawing/2014/chart" uri="{C3380CC4-5D6E-409C-BE32-E72D297353CC}">
              <c16:uniqueId val="{00000000-8C43-4E1B-A5E5-4A95E727E1E4}"/>
            </c:ext>
          </c:extLst>
        </c:ser>
        <c:firstSliceAng val="0"/>
      </c:pieChart>
    </c:plotArea>
    <c:plotVisOnly val="1"/>
    <c:dispBlanksAs val="zero"/>
  </c:chart>
  <c:txPr>
    <a:bodyPr/>
    <a:lstStyle/>
    <a:p>
      <a:pPr>
        <a:defRPr sz="1800"/>
      </a:pPr>
      <a:endParaRPr lang="en-US"/>
    </a:p>
  </c:txPr>
  <c:externalData r:id="rId1"/>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EE3EF4-C60D-4FBF-B096-C92C3438E7D5}" type="doc">
      <dgm:prSet loTypeId="urn:microsoft.com/office/officeart/2005/8/layout/process2" loCatId="process" qsTypeId="urn:microsoft.com/office/officeart/2005/8/quickstyle/simple1" qsCatId="simple" csTypeId="urn:microsoft.com/office/officeart/2005/8/colors/accent1_2" csCatId="accent1" phldr="1"/>
      <dgm:spPr/>
    </dgm:pt>
    <dgm:pt modelId="{43A65492-968E-4B9F-B5F1-8DDF91FCC1D0}">
      <dgm:prSet phldrT="[Text]" custT="1"/>
      <dgm:spPr/>
      <dgm:t>
        <a:bodyPr/>
        <a:lstStyle/>
        <a:p>
          <a:r>
            <a:rPr lang="en-US" sz="2800" b="1" dirty="0"/>
            <a:t>Planning</a:t>
          </a:r>
        </a:p>
      </dgm:t>
    </dgm:pt>
    <dgm:pt modelId="{0D7A69AA-A1C5-4F5D-AD0B-DEC199E8910A}" type="parTrans" cxnId="{E8BBA308-2AE8-48D9-A249-918B4E8493B2}">
      <dgm:prSet/>
      <dgm:spPr/>
      <dgm:t>
        <a:bodyPr/>
        <a:lstStyle/>
        <a:p>
          <a:endParaRPr lang="en-US" sz="2800" b="1"/>
        </a:p>
      </dgm:t>
    </dgm:pt>
    <dgm:pt modelId="{40B53A28-F77C-4368-A161-B95127B53A65}" type="sibTrans" cxnId="{E8BBA308-2AE8-48D9-A249-918B4E8493B2}">
      <dgm:prSet custT="1"/>
      <dgm:spPr/>
      <dgm:t>
        <a:bodyPr/>
        <a:lstStyle/>
        <a:p>
          <a:endParaRPr lang="en-US" sz="2800" b="1"/>
        </a:p>
      </dgm:t>
    </dgm:pt>
    <dgm:pt modelId="{0464AE05-86E3-4B2F-A7EA-7B759D85D8A2}">
      <dgm:prSet phldrT="[Text]" custT="1"/>
      <dgm:spPr/>
      <dgm:t>
        <a:bodyPr/>
        <a:lstStyle/>
        <a:p>
          <a:r>
            <a:rPr lang="en-US" sz="2800" b="1" dirty="0"/>
            <a:t>Overview</a:t>
          </a:r>
        </a:p>
      </dgm:t>
    </dgm:pt>
    <dgm:pt modelId="{DC4DE9F1-D2B7-4D6C-A2D2-B0E1EDA9FD84}" type="parTrans" cxnId="{6B506A2F-F8A8-4975-8E73-0A64F46C12FB}">
      <dgm:prSet/>
      <dgm:spPr/>
      <dgm:t>
        <a:bodyPr/>
        <a:lstStyle/>
        <a:p>
          <a:endParaRPr lang="en-US" sz="2800" b="1"/>
        </a:p>
      </dgm:t>
    </dgm:pt>
    <dgm:pt modelId="{6A5763C1-8882-4A16-8AD8-38AE0832AF1B}" type="sibTrans" cxnId="{6B506A2F-F8A8-4975-8E73-0A64F46C12FB}">
      <dgm:prSet custT="1"/>
      <dgm:spPr/>
      <dgm:t>
        <a:bodyPr/>
        <a:lstStyle/>
        <a:p>
          <a:endParaRPr lang="en-US" sz="2800" b="1"/>
        </a:p>
      </dgm:t>
    </dgm:pt>
    <dgm:pt modelId="{473AD78C-65FF-4AB7-B6DE-A464218A084D}">
      <dgm:prSet phldrT="[Text]" custT="1"/>
      <dgm:spPr/>
      <dgm:t>
        <a:bodyPr/>
        <a:lstStyle/>
        <a:p>
          <a:r>
            <a:rPr lang="en-US" sz="2800" b="1" dirty="0"/>
            <a:t>Follow Up</a:t>
          </a:r>
        </a:p>
      </dgm:t>
    </dgm:pt>
    <dgm:pt modelId="{7AF4A9E4-796B-4A21-9A80-4EF0942B6BE9}" type="parTrans" cxnId="{717E0595-A2A8-4915-B18D-31886B8498F2}">
      <dgm:prSet/>
      <dgm:spPr/>
      <dgm:t>
        <a:bodyPr/>
        <a:lstStyle/>
        <a:p>
          <a:endParaRPr lang="en-US" sz="2800" b="1"/>
        </a:p>
      </dgm:t>
    </dgm:pt>
    <dgm:pt modelId="{3E0A1BC9-0F31-4EF4-884B-622B383D56BD}" type="sibTrans" cxnId="{717E0595-A2A8-4915-B18D-31886B8498F2}">
      <dgm:prSet/>
      <dgm:spPr/>
      <dgm:t>
        <a:bodyPr/>
        <a:lstStyle/>
        <a:p>
          <a:endParaRPr lang="en-US" sz="2800" b="1"/>
        </a:p>
      </dgm:t>
    </dgm:pt>
    <dgm:pt modelId="{85275405-F616-4E76-A45E-F7088C860B17}">
      <dgm:prSet custT="1"/>
      <dgm:spPr/>
      <dgm:t>
        <a:bodyPr/>
        <a:lstStyle/>
        <a:p>
          <a:r>
            <a:rPr lang="en-US" sz="2800" b="1" dirty="0"/>
            <a:t>Preparation</a:t>
          </a:r>
        </a:p>
      </dgm:t>
    </dgm:pt>
    <dgm:pt modelId="{FCD7C0A9-C463-403B-9AF6-450C4B8601A8}" type="parTrans" cxnId="{486B7500-C0D6-4A9B-AC95-B99EAE68BB2E}">
      <dgm:prSet/>
      <dgm:spPr/>
      <dgm:t>
        <a:bodyPr/>
        <a:lstStyle/>
        <a:p>
          <a:endParaRPr lang="en-US" sz="2800" b="1"/>
        </a:p>
      </dgm:t>
    </dgm:pt>
    <dgm:pt modelId="{DC813537-2E65-40EF-ACD5-465463065DDC}" type="sibTrans" cxnId="{486B7500-C0D6-4A9B-AC95-B99EAE68BB2E}">
      <dgm:prSet custT="1"/>
      <dgm:spPr/>
      <dgm:t>
        <a:bodyPr/>
        <a:lstStyle/>
        <a:p>
          <a:endParaRPr lang="en-US" sz="2800" b="1"/>
        </a:p>
      </dgm:t>
    </dgm:pt>
    <dgm:pt modelId="{2A1B7D9F-799F-49DB-9D15-65BB9E9C610F}">
      <dgm:prSet custT="1"/>
      <dgm:spPr/>
      <dgm:t>
        <a:bodyPr/>
        <a:lstStyle/>
        <a:p>
          <a:r>
            <a:rPr lang="en-US" sz="2800" b="1" dirty="0"/>
            <a:t>Rework</a:t>
          </a:r>
        </a:p>
      </dgm:t>
    </dgm:pt>
    <dgm:pt modelId="{A6FFA3DB-6628-474D-8FFD-7879B7A11BB5}" type="parTrans" cxnId="{94C20132-3B9A-401E-B9B0-AB5F83251E71}">
      <dgm:prSet/>
      <dgm:spPr/>
      <dgm:t>
        <a:bodyPr/>
        <a:lstStyle/>
        <a:p>
          <a:endParaRPr lang="en-US" sz="2800" b="1"/>
        </a:p>
      </dgm:t>
    </dgm:pt>
    <dgm:pt modelId="{80197B0D-4492-4E58-B862-6946582270F6}" type="sibTrans" cxnId="{94C20132-3B9A-401E-B9B0-AB5F83251E71}">
      <dgm:prSet custT="1"/>
      <dgm:spPr/>
      <dgm:t>
        <a:bodyPr/>
        <a:lstStyle/>
        <a:p>
          <a:endParaRPr lang="en-US" sz="2800" b="1"/>
        </a:p>
      </dgm:t>
    </dgm:pt>
    <dgm:pt modelId="{E6C4A0B9-09FD-40BB-A27B-C22168E978EF}">
      <dgm:prSet custT="1"/>
      <dgm:spPr/>
      <dgm:t>
        <a:bodyPr/>
        <a:lstStyle/>
        <a:p>
          <a:r>
            <a:rPr lang="en-US" sz="2800" b="1" dirty="0"/>
            <a:t>Meeting</a:t>
          </a:r>
        </a:p>
      </dgm:t>
    </dgm:pt>
    <dgm:pt modelId="{08B0FB41-F9F8-4A36-9421-88C31110FDE4}" type="parTrans" cxnId="{AB609BCC-47A1-4F44-A36D-A75C4A70DE35}">
      <dgm:prSet/>
      <dgm:spPr/>
      <dgm:t>
        <a:bodyPr/>
        <a:lstStyle/>
        <a:p>
          <a:endParaRPr lang="en-US" sz="2800" b="1"/>
        </a:p>
      </dgm:t>
    </dgm:pt>
    <dgm:pt modelId="{FB9A3609-B4C4-4F33-887B-D5BFAF361BD1}" type="sibTrans" cxnId="{AB609BCC-47A1-4F44-A36D-A75C4A70DE35}">
      <dgm:prSet custT="1"/>
      <dgm:spPr/>
      <dgm:t>
        <a:bodyPr/>
        <a:lstStyle/>
        <a:p>
          <a:endParaRPr lang="en-US" sz="2800" b="1"/>
        </a:p>
      </dgm:t>
    </dgm:pt>
    <dgm:pt modelId="{2FD031A3-C7BD-4F68-A187-3DEDB7F89657}" type="pres">
      <dgm:prSet presAssocID="{C1EE3EF4-C60D-4FBF-B096-C92C3438E7D5}" presName="linearFlow" presStyleCnt="0">
        <dgm:presLayoutVars>
          <dgm:resizeHandles val="exact"/>
        </dgm:presLayoutVars>
      </dgm:prSet>
      <dgm:spPr/>
    </dgm:pt>
    <dgm:pt modelId="{1DBA97A5-3D66-4751-AEA1-DF616B390CEA}" type="pres">
      <dgm:prSet presAssocID="{43A65492-968E-4B9F-B5F1-8DDF91FCC1D0}" presName="node" presStyleLbl="node1" presStyleIdx="0" presStyleCnt="6">
        <dgm:presLayoutVars>
          <dgm:bulletEnabled val="1"/>
        </dgm:presLayoutVars>
      </dgm:prSet>
      <dgm:spPr/>
      <dgm:t>
        <a:bodyPr/>
        <a:lstStyle/>
        <a:p>
          <a:endParaRPr lang="en-US"/>
        </a:p>
      </dgm:t>
    </dgm:pt>
    <dgm:pt modelId="{3D5D3409-B905-4230-82F3-557A472E19E8}" type="pres">
      <dgm:prSet presAssocID="{40B53A28-F77C-4368-A161-B95127B53A65}" presName="sibTrans" presStyleLbl="sibTrans2D1" presStyleIdx="0" presStyleCnt="5"/>
      <dgm:spPr/>
      <dgm:t>
        <a:bodyPr/>
        <a:lstStyle/>
        <a:p>
          <a:endParaRPr lang="en-US"/>
        </a:p>
      </dgm:t>
    </dgm:pt>
    <dgm:pt modelId="{697B06A1-FDED-4A8B-AC8D-8D33A177510D}" type="pres">
      <dgm:prSet presAssocID="{40B53A28-F77C-4368-A161-B95127B53A65}" presName="connectorText" presStyleLbl="sibTrans2D1" presStyleIdx="0" presStyleCnt="5"/>
      <dgm:spPr/>
      <dgm:t>
        <a:bodyPr/>
        <a:lstStyle/>
        <a:p>
          <a:endParaRPr lang="en-US"/>
        </a:p>
      </dgm:t>
    </dgm:pt>
    <dgm:pt modelId="{3187B5F3-009E-4453-AFCD-16E52B885EE9}" type="pres">
      <dgm:prSet presAssocID="{0464AE05-86E3-4B2F-A7EA-7B759D85D8A2}" presName="node" presStyleLbl="node1" presStyleIdx="1" presStyleCnt="6">
        <dgm:presLayoutVars>
          <dgm:bulletEnabled val="1"/>
        </dgm:presLayoutVars>
      </dgm:prSet>
      <dgm:spPr/>
      <dgm:t>
        <a:bodyPr/>
        <a:lstStyle/>
        <a:p>
          <a:endParaRPr lang="en-US"/>
        </a:p>
      </dgm:t>
    </dgm:pt>
    <dgm:pt modelId="{226ABCDA-B370-4E6D-9A94-A7B6F6F36239}" type="pres">
      <dgm:prSet presAssocID="{6A5763C1-8882-4A16-8AD8-38AE0832AF1B}" presName="sibTrans" presStyleLbl="sibTrans2D1" presStyleIdx="1" presStyleCnt="5"/>
      <dgm:spPr/>
      <dgm:t>
        <a:bodyPr/>
        <a:lstStyle/>
        <a:p>
          <a:endParaRPr lang="en-US"/>
        </a:p>
      </dgm:t>
    </dgm:pt>
    <dgm:pt modelId="{351F5F56-4CF8-4F30-9C4E-7EC3550FAD99}" type="pres">
      <dgm:prSet presAssocID="{6A5763C1-8882-4A16-8AD8-38AE0832AF1B}" presName="connectorText" presStyleLbl="sibTrans2D1" presStyleIdx="1" presStyleCnt="5"/>
      <dgm:spPr/>
      <dgm:t>
        <a:bodyPr/>
        <a:lstStyle/>
        <a:p>
          <a:endParaRPr lang="en-US"/>
        </a:p>
      </dgm:t>
    </dgm:pt>
    <dgm:pt modelId="{BC70DEE2-B72C-45A7-AD51-2EC716A67378}" type="pres">
      <dgm:prSet presAssocID="{85275405-F616-4E76-A45E-F7088C860B17}" presName="node" presStyleLbl="node1" presStyleIdx="2" presStyleCnt="6">
        <dgm:presLayoutVars>
          <dgm:bulletEnabled val="1"/>
        </dgm:presLayoutVars>
      </dgm:prSet>
      <dgm:spPr/>
      <dgm:t>
        <a:bodyPr/>
        <a:lstStyle/>
        <a:p>
          <a:endParaRPr lang="en-US"/>
        </a:p>
      </dgm:t>
    </dgm:pt>
    <dgm:pt modelId="{1922C910-4F63-42A7-B9E2-D457B48E1CFC}" type="pres">
      <dgm:prSet presAssocID="{DC813537-2E65-40EF-ACD5-465463065DDC}" presName="sibTrans" presStyleLbl="sibTrans2D1" presStyleIdx="2" presStyleCnt="5"/>
      <dgm:spPr/>
      <dgm:t>
        <a:bodyPr/>
        <a:lstStyle/>
        <a:p>
          <a:endParaRPr lang="en-US"/>
        </a:p>
      </dgm:t>
    </dgm:pt>
    <dgm:pt modelId="{C8DD049C-2EC0-423A-AB32-F43693A8F4A9}" type="pres">
      <dgm:prSet presAssocID="{DC813537-2E65-40EF-ACD5-465463065DDC}" presName="connectorText" presStyleLbl="sibTrans2D1" presStyleIdx="2" presStyleCnt="5"/>
      <dgm:spPr/>
      <dgm:t>
        <a:bodyPr/>
        <a:lstStyle/>
        <a:p>
          <a:endParaRPr lang="en-US"/>
        </a:p>
      </dgm:t>
    </dgm:pt>
    <dgm:pt modelId="{0EE7FE94-3784-4EA8-88C8-F21D5A3DA309}" type="pres">
      <dgm:prSet presAssocID="{E6C4A0B9-09FD-40BB-A27B-C22168E978EF}" presName="node" presStyleLbl="node1" presStyleIdx="3" presStyleCnt="6">
        <dgm:presLayoutVars>
          <dgm:bulletEnabled val="1"/>
        </dgm:presLayoutVars>
      </dgm:prSet>
      <dgm:spPr/>
      <dgm:t>
        <a:bodyPr/>
        <a:lstStyle/>
        <a:p>
          <a:endParaRPr lang="en-US"/>
        </a:p>
      </dgm:t>
    </dgm:pt>
    <dgm:pt modelId="{F43122FA-4684-47CE-802B-51413A107304}" type="pres">
      <dgm:prSet presAssocID="{FB9A3609-B4C4-4F33-887B-D5BFAF361BD1}" presName="sibTrans" presStyleLbl="sibTrans2D1" presStyleIdx="3" presStyleCnt="5"/>
      <dgm:spPr/>
      <dgm:t>
        <a:bodyPr/>
        <a:lstStyle/>
        <a:p>
          <a:endParaRPr lang="en-US"/>
        </a:p>
      </dgm:t>
    </dgm:pt>
    <dgm:pt modelId="{A5E9BC29-FDB0-4529-94E0-4A5307405F15}" type="pres">
      <dgm:prSet presAssocID="{FB9A3609-B4C4-4F33-887B-D5BFAF361BD1}" presName="connectorText" presStyleLbl="sibTrans2D1" presStyleIdx="3" presStyleCnt="5"/>
      <dgm:spPr/>
      <dgm:t>
        <a:bodyPr/>
        <a:lstStyle/>
        <a:p>
          <a:endParaRPr lang="en-US"/>
        </a:p>
      </dgm:t>
    </dgm:pt>
    <dgm:pt modelId="{9917370C-E6F5-4C3B-9AB2-9570730EF1B2}" type="pres">
      <dgm:prSet presAssocID="{2A1B7D9F-799F-49DB-9D15-65BB9E9C610F}" presName="node" presStyleLbl="node1" presStyleIdx="4" presStyleCnt="6">
        <dgm:presLayoutVars>
          <dgm:bulletEnabled val="1"/>
        </dgm:presLayoutVars>
      </dgm:prSet>
      <dgm:spPr/>
      <dgm:t>
        <a:bodyPr/>
        <a:lstStyle/>
        <a:p>
          <a:endParaRPr lang="en-US"/>
        </a:p>
      </dgm:t>
    </dgm:pt>
    <dgm:pt modelId="{19D19BE1-C50B-458B-8422-C52BC298B2DA}" type="pres">
      <dgm:prSet presAssocID="{80197B0D-4492-4E58-B862-6946582270F6}" presName="sibTrans" presStyleLbl="sibTrans2D1" presStyleIdx="4" presStyleCnt="5"/>
      <dgm:spPr/>
      <dgm:t>
        <a:bodyPr/>
        <a:lstStyle/>
        <a:p>
          <a:endParaRPr lang="en-US"/>
        </a:p>
      </dgm:t>
    </dgm:pt>
    <dgm:pt modelId="{87D92E0E-FD91-4FFB-8ABC-C86B745B4A23}" type="pres">
      <dgm:prSet presAssocID="{80197B0D-4492-4E58-B862-6946582270F6}" presName="connectorText" presStyleLbl="sibTrans2D1" presStyleIdx="4" presStyleCnt="5"/>
      <dgm:spPr/>
      <dgm:t>
        <a:bodyPr/>
        <a:lstStyle/>
        <a:p>
          <a:endParaRPr lang="en-US"/>
        </a:p>
      </dgm:t>
    </dgm:pt>
    <dgm:pt modelId="{9D2B2E3B-98EF-4377-BF45-757C7E77D86D}" type="pres">
      <dgm:prSet presAssocID="{473AD78C-65FF-4AB7-B6DE-A464218A084D}" presName="node" presStyleLbl="node1" presStyleIdx="5" presStyleCnt="6">
        <dgm:presLayoutVars>
          <dgm:bulletEnabled val="1"/>
        </dgm:presLayoutVars>
      </dgm:prSet>
      <dgm:spPr/>
      <dgm:t>
        <a:bodyPr/>
        <a:lstStyle/>
        <a:p>
          <a:endParaRPr lang="en-US"/>
        </a:p>
      </dgm:t>
    </dgm:pt>
  </dgm:ptLst>
  <dgm:cxnLst>
    <dgm:cxn modelId="{17A13F29-F8E6-4186-80DC-D0B11436230C}" type="presOf" srcId="{85275405-F616-4E76-A45E-F7088C860B17}" destId="{BC70DEE2-B72C-45A7-AD51-2EC716A67378}" srcOrd="0" destOrd="0" presId="urn:microsoft.com/office/officeart/2005/8/layout/process2"/>
    <dgm:cxn modelId="{9B0CDD38-5CAD-461D-85F3-2934230EA1E3}" type="presOf" srcId="{C1EE3EF4-C60D-4FBF-B096-C92C3438E7D5}" destId="{2FD031A3-C7BD-4F68-A187-3DEDB7F89657}" srcOrd="0" destOrd="0" presId="urn:microsoft.com/office/officeart/2005/8/layout/process2"/>
    <dgm:cxn modelId="{D0FC8C03-9A6D-43D9-9347-7D786F8B6E6D}" type="presOf" srcId="{80197B0D-4492-4E58-B862-6946582270F6}" destId="{19D19BE1-C50B-458B-8422-C52BC298B2DA}" srcOrd="0" destOrd="0" presId="urn:microsoft.com/office/officeart/2005/8/layout/process2"/>
    <dgm:cxn modelId="{05A60313-95A7-49CE-ABB6-0C22487AFD2A}" type="presOf" srcId="{0464AE05-86E3-4B2F-A7EA-7B759D85D8A2}" destId="{3187B5F3-009E-4453-AFCD-16E52B885EE9}" srcOrd="0" destOrd="0" presId="urn:microsoft.com/office/officeart/2005/8/layout/process2"/>
    <dgm:cxn modelId="{8CC93466-7026-46B5-B32F-4D55C1EB09C8}" type="presOf" srcId="{6A5763C1-8882-4A16-8AD8-38AE0832AF1B}" destId="{226ABCDA-B370-4E6D-9A94-A7B6F6F36239}" srcOrd="0" destOrd="0" presId="urn:microsoft.com/office/officeart/2005/8/layout/process2"/>
    <dgm:cxn modelId="{3D401FE8-ED46-4364-88A2-346847A0B955}" type="presOf" srcId="{6A5763C1-8882-4A16-8AD8-38AE0832AF1B}" destId="{351F5F56-4CF8-4F30-9C4E-7EC3550FAD99}" srcOrd="1" destOrd="0" presId="urn:microsoft.com/office/officeart/2005/8/layout/process2"/>
    <dgm:cxn modelId="{717E0595-A2A8-4915-B18D-31886B8498F2}" srcId="{C1EE3EF4-C60D-4FBF-B096-C92C3438E7D5}" destId="{473AD78C-65FF-4AB7-B6DE-A464218A084D}" srcOrd="5" destOrd="0" parTransId="{7AF4A9E4-796B-4A21-9A80-4EF0942B6BE9}" sibTransId="{3E0A1BC9-0F31-4EF4-884B-622B383D56BD}"/>
    <dgm:cxn modelId="{4DCD5BA5-6DB9-4CC1-9550-52A098A5F05D}" type="presOf" srcId="{FB9A3609-B4C4-4F33-887B-D5BFAF361BD1}" destId="{A5E9BC29-FDB0-4529-94E0-4A5307405F15}" srcOrd="1" destOrd="0" presId="urn:microsoft.com/office/officeart/2005/8/layout/process2"/>
    <dgm:cxn modelId="{CF9ECE78-6DEF-4EA5-B8AB-D63956225AAC}" type="presOf" srcId="{80197B0D-4492-4E58-B862-6946582270F6}" destId="{87D92E0E-FD91-4FFB-8ABC-C86B745B4A23}" srcOrd="1" destOrd="0" presId="urn:microsoft.com/office/officeart/2005/8/layout/process2"/>
    <dgm:cxn modelId="{94C20132-3B9A-401E-B9B0-AB5F83251E71}" srcId="{C1EE3EF4-C60D-4FBF-B096-C92C3438E7D5}" destId="{2A1B7D9F-799F-49DB-9D15-65BB9E9C610F}" srcOrd="4" destOrd="0" parTransId="{A6FFA3DB-6628-474D-8FFD-7879B7A11BB5}" sibTransId="{80197B0D-4492-4E58-B862-6946582270F6}"/>
    <dgm:cxn modelId="{CC9D1BB4-7550-4246-A700-5F3D53E50E66}" type="presOf" srcId="{FB9A3609-B4C4-4F33-887B-D5BFAF361BD1}" destId="{F43122FA-4684-47CE-802B-51413A107304}" srcOrd="0" destOrd="0" presId="urn:microsoft.com/office/officeart/2005/8/layout/process2"/>
    <dgm:cxn modelId="{2E9509A2-FA5A-4DCE-AB8D-418C7F6B99D6}" type="presOf" srcId="{DC813537-2E65-40EF-ACD5-465463065DDC}" destId="{1922C910-4F63-42A7-B9E2-D457B48E1CFC}" srcOrd="0" destOrd="0" presId="urn:microsoft.com/office/officeart/2005/8/layout/process2"/>
    <dgm:cxn modelId="{27C284CB-4031-4435-BAD5-0C8E86F94FE4}" type="presOf" srcId="{E6C4A0B9-09FD-40BB-A27B-C22168E978EF}" destId="{0EE7FE94-3784-4EA8-88C8-F21D5A3DA309}" srcOrd="0" destOrd="0" presId="urn:microsoft.com/office/officeart/2005/8/layout/process2"/>
    <dgm:cxn modelId="{F4FA2F05-EB4E-4326-88AF-BB4AAC9F4C57}" type="presOf" srcId="{40B53A28-F77C-4368-A161-B95127B53A65}" destId="{697B06A1-FDED-4A8B-AC8D-8D33A177510D}" srcOrd="1" destOrd="0" presId="urn:microsoft.com/office/officeart/2005/8/layout/process2"/>
    <dgm:cxn modelId="{E8BBA308-2AE8-48D9-A249-918B4E8493B2}" srcId="{C1EE3EF4-C60D-4FBF-B096-C92C3438E7D5}" destId="{43A65492-968E-4B9F-B5F1-8DDF91FCC1D0}" srcOrd="0" destOrd="0" parTransId="{0D7A69AA-A1C5-4F5D-AD0B-DEC199E8910A}" sibTransId="{40B53A28-F77C-4368-A161-B95127B53A65}"/>
    <dgm:cxn modelId="{0168F691-3608-4957-BB6A-53446E2FA0F2}" type="presOf" srcId="{40B53A28-F77C-4368-A161-B95127B53A65}" destId="{3D5D3409-B905-4230-82F3-557A472E19E8}" srcOrd="0" destOrd="0" presId="urn:microsoft.com/office/officeart/2005/8/layout/process2"/>
    <dgm:cxn modelId="{486B7500-C0D6-4A9B-AC95-B99EAE68BB2E}" srcId="{C1EE3EF4-C60D-4FBF-B096-C92C3438E7D5}" destId="{85275405-F616-4E76-A45E-F7088C860B17}" srcOrd="2" destOrd="0" parTransId="{FCD7C0A9-C463-403B-9AF6-450C4B8601A8}" sibTransId="{DC813537-2E65-40EF-ACD5-465463065DDC}"/>
    <dgm:cxn modelId="{AB609BCC-47A1-4F44-A36D-A75C4A70DE35}" srcId="{C1EE3EF4-C60D-4FBF-B096-C92C3438E7D5}" destId="{E6C4A0B9-09FD-40BB-A27B-C22168E978EF}" srcOrd="3" destOrd="0" parTransId="{08B0FB41-F9F8-4A36-9421-88C31110FDE4}" sibTransId="{FB9A3609-B4C4-4F33-887B-D5BFAF361BD1}"/>
    <dgm:cxn modelId="{4E843DDD-D333-41E3-B03F-EC53B2A4B795}" type="presOf" srcId="{43A65492-968E-4B9F-B5F1-8DDF91FCC1D0}" destId="{1DBA97A5-3D66-4751-AEA1-DF616B390CEA}" srcOrd="0" destOrd="0" presId="urn:microsoft.com/office/officeart/2005/8/layout/process2"/>
    <dgm:cxn modelId="{68871E97-7ED9-48A8-ADFB-E3D5470C8961}" type="presOf" srcId="{DC813537-2E65-40EF-ACD5-465463065DDC}" destId="{C8DD049C-2EC0-423A-AB32-F43693A8F4A9}" srcOrd="1" destOrd="0" presId="urn:microsoft.com/office/officeart/2005/8/layout/process2"/>
    <dgm:cxn modelId="{6B506A2F-F8A8-4975-8E73-0A64F46C12FB}" srcId="{C1EE3EF4-C60D-4FBF-B096-C92C3438E7D5}" destId="{0464AE05-86E3-4B2F-A7EA-7B759D85D8A2}" srcOrd="1" destOrd="0" parTransId="{DC4DE9F1-D2B7-4D6C-A2D2-B0E1EDA9FD84}" sibTransId="{6A5763C1-8882-4A16-8AD8-38AE0832AF1B}"/>
    <dgm:cxn modelId="{AD8A1A13-26C4-461D-A518-0971810B5C2A}" type="presOf" srcId="{473AD78C-65FF-4AB7-B6DE-A464218A084D}" destId="{9D2B2E3B-98EF-4377-BF45-757C7E77D86D}" srcOrd="0" destOrd="0" presId="urn:microsoft.com/office/officeart/2005/8/layout/process2"/>
    <dgm:cxn modelId="{6374957B-8BB9-4B3A-A79A-4EB7211CFF32}" type="presOf" srcId="{2A1B7D9F-799F-49DB-9D15-65BB9E9C610F}" destId="{9917370C-E6F5-4C3B-9AB2-9570730EF1B2}" srcOrd="0" destOrd="0" presId="urn:microsoft.com/office/officeart/2005/8/layout/process2"/>
    <dgm:cxn modelId="{FB52DAC3-EC16-428A-BADC-F45C80E11AAE}" type="presParOf" srcId="{2FD031A3-C7BD-4F68-A187-3DEDB7F89657}" destId="{1DBA97A5-3D66-4751-AEA1-DF616B390CEA}" srcOrd="0" destOrd="0" presId="urn:microsoft.com/office/officeart/2005/8/layout/process2"/>
    <dgm:cxn modelId="{8BA95FA9-33D9-410B-83D6-478E1118BE72}" type="presParOf" srcId="{2FD031A3-C7BD-4F68-A187-3DEDB7F89657}" destId="{3D5D3409-B905-4230-82F3-557A472E19E8}" srcOrd="1" destOrd="0" presId="urn:microsoft.com/office/officeart/2005/8/layout/process2"/>
    <dgm:cxn modelId="{E98F5D02-00DE-4101-B3CF-870B45044169}" type="presParOf" srcId="{3D5D3409-B905-4230-82F3-557A472E19E8}" destId="{697B06A1-FDED-4A8B-AC8D-8D33A177510D}" srcOrd="0" destOrd="0" presId="urn:microsoft.com/office/officeart/2005/8/layout/process2"/>
    <dgm:cxn modelId="{EF82ACCB-5D9A-4171-A241-6EA34FF566C7}" type="presParOf" srcId="{2FD031A3-C7BD-4F68-A187-3DEDB7F89657}" destId="{3187B5F3-009E-4453-AFCD-16E52B885EE9}" srcOrd="2" destOrd="0" presId="urn:microsoft.com/office/officeart/2005/8/layout/process2"/>
    <dgm:cxn modelId="{120896C7-8D13-4A50-A932-CD8C76797BD5}" type="presParOf" srcId="{2FD031A3-C7BD-4F68-A187-3DEDB7F89657}" destId="{226ABCDA-B370-4E6D-9A94-A7B6F6F36239}" srcOrd="3" destOrd="0" presId="urn:microsoft.com/office/officeart/2005/8/layout/process2"/>
    <dgm:cxn modelId="{1A8F12E3-0E49-4065-ADF7-76FCFDD25A8E}" type="presParOf" srcId="{226ABCDA-B370-4E6D-9A94-A7B6F6F36239}" destId="{351F5F56-4CF8-4F30-9C4E-7EC3550FAD99}" srcOrd="0" destOrd="0" presId="urn:microsoft.com/office/officeart/2005/8/layout/process2"/>
    <dgm:cxn modelId="{31D9E9D7-B760-4D7C-A7D4-2CE4426EF214}" type="presParOf" srcId="{2FD031A3-C7BD-4F68-A187-3DEDB7F89657}" destId="{BC70DEE2-B72C-45A7-AD51-2EC716A67378}" srcOrd="4" destOrd="0" presId="urn:microsoft.com/office/officeart/2005/8/layout/process2"/>
    <dgm:cxn modelId="{B4D6C930-B870-4DCC-8865-738F61848886}" type="presParOf" srcId="{2FD031A3-C7BD-4F68-A187-3DEDB7F89657}" destId="{1922C910-4F63-42A7-B9E2-D457B48E1CFC}" srcOrd="5" destOrd="0" presId="urn:microsoft.com/office/officeart/2005/8/layout/process2"/>
    <dgm:cxn modelId="{F2606796-7441-4801-A33B-09204B12DAD4}" type="presParOf" srcId="{1922C910-4F63-42A7-B9E2-D457B48E1CFC}" destId="{C8DD049C-2EC0-423A-AB32-F43693A8F4A9}" srcOrd="0" destOrd="0" presId="urn:microsoft.com/office/officeart/2005/8/layout/process2"/>
    <dgm:cxn modelId="{6134E6CD-AFC7-424B-959B-1540AA9236E7}" type="presParOf" srcId="{2FD031A3-C7BD-4F68-A187-3DEDB7F89657}" destId="{0EE7FE94-3784-4EA8-88C8-F21D5A3DA309}" srcOrd="6" destOrd="0" presId="urn:microsoft.com/office/officeart/2005/8/layout/process2"/>
    <dgm:cxn modelId="{2200B474-3F99-4C5F-8B95-BCA0F69FAB41}" type="presParOf" srcId="{2FD031A3-C7BD-4F68-A187-3DEDB7F89657}" destId="{F43122FA-4684-47CE-802B-51413A107304}" srcOrd="7" destOrd="0" presId="urn:microsoft.com/office/officeart/2005/8/layout/process2"/>
    <dgm:cxn modelId="{1D9715E3-A264-490A-AF1D-E72FD3D6628B}" type="presParOf" srcId="{F43122FA-4684-47CE-802B-51413A107304}" destId="{A5E9BC29-FDB0-4529-94E0-4A5307405F15}" srcOrd="0" destOrd="0" presId="urn:microsoft.com/office/officeart/2005/8/layout/process2"/>
    <dgm:cxn modelId="{16946A8F-30CC-4B27-9286-DB851EABE711}" type="presParOf" srcId="{2FD031A3-C7BD-4F68-A187-3DEDB7F89657}" destId="{9917370C-E6F5-4C3B-9AB2-9570730EF1B2}" srcOrd="8" destOrd="0" presId="urn:microsoft.com/office/officeart/2005/8/layout/process2"/>
    <dgm:cxn modelId="{E8D77515-621C-473E-9500-9AC2D09BE206}" type="presParOf" srcId="{2FD031A3-C7BD-4F68-A187-3DEDB7F89657}" destId="{19D19BE1-C50B-458B-8422-C52BC298B2DA}" srcOrd="9" destOrd="0" presId="urn:microsoft.com/office/officeart/2005/8/layout/process2"/>
    <dgm:cxn modelId="{1E0CFA78-57A5-4241-A432-5D30B729EB88}" type="presParOf" srcId="{19D19BE1-C50B-458B-8422-C52BC298B2DA}" destId="{87D92E0E-FD91-4FFB-8ABC-C86B745B4A23}" srcOrd="0" destOrd="0" presId="urn:microsoft.com/office/officeart/2005/8/layout/process2"/>
    <dgm:cxn modelId="{1A8F5ADE-D47D-43A9-A0AF-D59FF830623A}" type="presParOf" srcId="{2FD031A3-C7BD-4F68-A187-3DEDB7F89657}" destId="{9D2B2E3B-98EF-4377-BF45-757C7E77D86D}" srcOrd="10" destOrd="0" presId="urn:microsoft.com/office/officeart/2005/8/layout/process2"/>
  </dgm:cxnLst>
  <dgm:bg/>
  <dgm:whole/>
  <dgm:extLst>
    <a:ext uri="http://schemas.microsoft.com/office/drawing/2008/diagram">
      <dsp:dataModelExt xmlns=""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BA97A5-3D66-4751-AEA1-DF616B390CEA}">
      <dsp:nvSpPr>
        <dsp:cNvPr id="0" name=""/>
        <dsp:cNvSpPr/>
      </dsp:nvSpPr>
      <dsp:spPr>
        <a:xfrm>
          <a:off x="843493" y="4631"/>
          <a:ext cx="1993473" cy="61483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a:t>Planning</a:t>
          </a:r>
        </a:p>
      </dsp:txBody>
      <dsp:txXfrm>
        <a:off x="861501" y="22639"/>
        <a:ext cx="1957457" cy="578822"/>
      </dsp:txXfrm>
    </dsp:sp>
    <dsp:sp modelId="{3D5D3409-B905-4230-82F3-557A472E19E8}">
      <dsp:nvSpPr>
        <dsp:cNvPr id="0" name=""/>
        <dsp:cNvSpPr/>
      </dsp:nvSpPr>
      <dsp:spPr>
        <a:xfrm rot="5400000">
          <a:off x="1724947" y="634840"/>
          <a:ext cx="230564" cy="27667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244600">
            <a:lnSpc>
              <a:spcPct val="90000"/>
            </a:lnSpc>
            <a:spcBef>
              <a:spcPct val="0"/>
            </a:spcBef>
            <a:spcAft>
              <a:spcPct val="35000"/>
            </a:spcAft>
          </a:pPr>
          <a:endParaRPr lang="en-US" sz="2800" b="1" kern="1200"/>
        </a:p>
      </dsp:txBody>
      <dsp:txXfrm rot="-5400000">
        <a:off x="1757226" y="657897"/>
        <a:ext cx="166007" cy="161395"/>
      </dsp:txXfrm>
    </dsp:sp>
    <dsp:sp modelId="{3187B5F3-009E-4453-AFCD-16E52B885EE9}">
      <dsp:nvSpPr>
        <dsp:cNvPr id="0" name=""/>
        <dsp:cNvSpPr/>
      </dsp:nvSpPr>
      <dsp:spPr>
        <a:xfrm>
          <a:off x="843493" y="926888"/>
          <a:ext cx="1993473" cy="61483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a:t>Overview</a:t>
          </a:r>
        </a:p>
      </dsp:txBody>
      <dsp:txXfrm>
        <a:off x="861501" y="944896"/>
        <a:ext cx="1957457" cy="578822"/>
      </dsp:txXfrm>
    </dsp:sp>
    <dsp:sp modelId="{226ABCDA-B370-4E6D-9A94-A7B6F6F36239}">
      <dsp:nvSpPr>
        <dsp:cNvPr id="0" name=""/>
        <dsp:cNvSpPr/>
      </dsp:nvSpPr>
      <dsp:spPr>
        <a:xfrm rot="5400000">
          <a:off x="1724947" y="1557097"/>
          <a:ext cx="230564" cy="27667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244600">
            <a:lnSpc>
              <a:spcPct val="90000"/>
            </a:lnSpc>
            <a:spcBef>
              <a:spcPct val="0"/>
            </a:spcBef>
            <a:spcAft>
              <a:spcPct val="35000"/>
            </a:spcAft>
          </a:pPr>
          <a:endParaRPr lang="en-US" sz="2800" b="1" kern="1200"/>
        </a:p>
      </dsp:txBody>
      <dsp:txXfrm rot="-5400000">
        <a:off x="1757226" y="1580154"/>
        <a:ext cx="166007" cy="161395"/>
      </dsp:txXfrm>
    </dsp:sp>
    <dsp:sp modelId="{BC70DEE2-B72C-45A7-AD51-2EC716A67378}">
      <dsp:nvSpPr>
        <dsp:cNvPr id="0" name=""/>
        <dsp:cNvSpPr/>
      </dsp:nvSpPr>
      <dsp:spPr>
        <a:xfrm>
          <a:off x="843493" y="1849146"/>
          <a:ext cx="1993473" cy="61483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a:t>Preparation</a:t>
          </a:r>
        </a:p>
      </dsp:txBody>
      <dsp:txXfrm>
        <a:off x="861501" y="1867154"/>
        <a:ext cx="1957457" cy="578822"/>
      </dsp:txXfrm>
    </dsp:sp>
    <dsp:sp modelId="{1922C910-4F63-42A7-B9E2-D457B48E1CFC}">
      <dsp:nvSpPr>
        <dsp:cNvPr id="0" name=""/>
        <dsp:cNvSpPr/>
      </dsp:nvSpPr>
      <dsp:spPr>
        <a:xfrm rot="5400000">
          <a:off x="1724947" y="2479355"/>
          <a:ext cx="230564" cy="27667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244600">
            <a:lnSpc>
              <a:spcPct val="90000"/>
            </a:lnSpc>
            <a:spcBef>
              <a:spcPct val="0"/>
            </a:spcBef>
            <a:spcAft>
              <a:spcPct val="35000"/>
            </a:spcAft>
          </a:pPr>
          <a:endParaRPr lang="en-US" sz="2800" b="1" kern="1200"/>
        </a:p>
      </dsp:txBody>
      <dsp:txXfrm rot="-5400000">
        <a:off x="1757226" y="2502412"/>
        <a:ext cx="166007" cy="161395"/>
      </dsp:txXfrm>
    </dsp:sp>
    <dsp:sp modelId="{0EE7FE94-3784-4EA8-88C8-F21D5A3DA309}">
      <dsp:nvSpPr>
        <dsp:cNvPr id="0" name=""/>
        <dsp:cNvSpPr/>
      </dsp:nvSpPr>
      <dsp:spPr>
        <a:xfrm>
          <a:off x="843493" y="2771403"/>
          <a:ext cx="1993473" cy="61483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a:t>Meeting</a:t>
          </a:r>
        </a:p>
      </dsp:txBody>
      <dsp:txXfrm>
        <a:off x="861501" y="2789411"/>
        <a:ext cx="1957457" cy="578822"/>
      </dsp:txXfrm>
    </dsp:sp>
    <dsp:sp modelId="{F43122FA-4684-47CE-802B-51413A107304}">
      <dsp:nvSpPr>
        <dsp:cNvPr id="0" name=""/>
        <dsp:cNvSpPr/>
      </dsp:nvSpPr>
      <dsp:spPr>
        <a:xfrm rot="5400000">
          <a:off x="1724947" y="3401612"/>
          <a:ext cx="230564" cy="27667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244600">
            <a:lnSpc>
              <a:spcPct val="90000"/>
            </a:lnSpc>
            <a:spcBef>
              <a:spcPct val="0"/>
            </a:spcBef>
            <a:spcAft>
              <a:spcPct val="35000"/>
            </a:spcAft>
          </a:pPr>
          <a:endParaRPr lang="en-US" sz="2800" b="1" kern="1200"/>
        </a:p>
      </dsp:txBody>
      <dsp:txXfrm rot="-5400000">
        <a:off x="1757226" y="3424669"/>
        <a:ext cx="166007" cy="161395"/>
      </dsp:txXfrm>
    </dsp:sp>
    <dsp:sp modelId="{9917370C-E6F5-4C3B-9AB2-9570730EF1B2}">
      <dsp:nvSpPr>
        <dsp:cNvPr id="0" name=""/>
        <dsp:cNvSpPr/>
      </dsp:nvSpPr>
      <dsp:spPr>
        <a:xfrm>
          <a:off x="843493" y="3693660"/>
          <a:ext cx="1993473" cy="61483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a:t>Rework</a:t>
          </a:r>
        </a:p>
      </dsp:txBody>
      <dsp:txXfrm>
        <a:off x="861501" y="3711668"/>
        <a:ext cx="1957457" cy="578822"/>
      </dsp:txXfrm>
    </dsp:sp>
    <dsp:sp modelId="{19D19BE1-C50B-458B-8422-C52BC298B2DA}">
      <dsp:nvSpPr>
        <dsp:cNvPr id="0" name=""/>
        <dsp:cNvSpPr/>
      </dsp:nvSpPr>
      <dsp:spPr>
        <a:xfrm rot="5400000">
          <a:off x="1724947" y="4323870"/>
          <a:ext cx="230564" cy="27667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244600">
            <a:lnSpc>
              <a:spcPct val="90000"/>
            </a:lnSpc>
            <a:spcBef>
              <a:spcPct val="0"/>
            </a:spcBef>
            <a:spcAft>
              <a:spcPct val="35000"/>
            </a:spcAft>
          </a:pPr>
          <a:endParaRPr lang="en-US" sz="2800" b="1" kern="1200"/>
        </a:p>
      </dsp:txBody>
      <dsp:txXfrm rot="-5400000">
        <a:off x="1757226" y="4346927"/>
        <a:ext cx="166007" cy="161395"/>
      </dsp:txXfrm>
    </dsp:sp>
    <dsp:sp modelId="{9D2B2E3B-98EF-4377-BF45-757C7E77D86D}">
      <dsp:nvSpPr>
        <dsp:cNvPr id="0" name=""/>
        <dsp:cNvSpPr/>
      </dsp:nvSpPr>
      <dsp:spPr>
        <a:xfrm>
          <a:off x="843493" y="4615918"/>
          <a:ext cx="1993473" cy="61483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a:t>Follow Up</a:t>
          </a:r>
        </a:p>
      </dsp:txBody>
      <dsp:txXfrm>
        <a:off x="861501" y="4633926"/>
        <a:ext cx="1957457" cy="578822"/>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66434"/>
          </a:xfrm>
          <a:prstGeom prst="rect">
            <a:avLst/>
          </a:prstGeom>
        </p:spPr>
        <p:txBody>
          <a:bodyPr vert="horz" lIns="91440" tIns="45720" rIns="91440" bIns="45720" rtlCol="0"/>
          <a:lstStyle>
            <a:lvl1pPr algn="r">
              <a:defRPr sz="1200"/>
            </a:lvl1pPr>
          </a:lstStyle>
          <a:p>
            <a:fld id="{6AABE081-FC6E-4234-867F-1A1CEC67D766}" type="datetimeFigureOut">
              <a:rPr lang="en-US" smtClean="0"/>
              <a:pPr/>
              <a:t>11/27/2016</a:t>
            </a:fld>
            <a:endParaRPr lang="en-US"/>
          </a:p>
        </p:txBody>
      </p:sp>
      <p:sp>
        <p:nvSpPr>
          <p:cNvPr id="4" name="Footer Placeholder 3"/>
          <p:cNvSpPr>
            <a:spLocks noGrp="1"/>
          </p:cNvSpPr>
          <p:nvPr>
            <p:ph type="ftr" sz="quarter" idx="2"/>
          </p:nvPr>
        </p:nvSpPr>
        <p:spPr>
          <a:xfrm>
            <a:off x="0" y="8829967"/>
            <a:ext cx="2971800" cy="466433"/>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829967"/>
            <a:ext cx="2971800" cy="466433"/>
          </a:xfrm>
          <a:prstGeom prst="rect">
            <a:avLst/>
          </a:prstGeom>
        </p:spPr>
        <p:txBody>
          <a:bodyPr vert="horz" lIns="91440" tIns="45720" rIns="91440" bIns="45720" rtlCol="0" anchor="b"/>
          <a:lstStyle>
            <a:lvl1pPr algn="r">
              <a:defRPr sz="1200"/>
            </a:lvl1pPr>
          </a:lstStyle>
          <a:p>
            <a:fld id="{CD7ACFD9-F1AF-42EA-BBC1-609E1F46F68D}" type="slidenum">
              <a:rPr lang="en-US" smtClean="0"/>
              <a:pPr/>
              <a:t>‹#›</a:t>
            </a:fld>
            <a:endParaRPr lang="en-US"/>
          </a:p>
        </p:txBody>
      </p:sp>
    </p:spTree>
    <p:extLst>
      <p:ext uri="{BB962C8B-B14F-4D97-AF65-F5344CB8AC3E}">
        <p14:creationId xmlns="" xmlns:p14="http://schemas.microsoft.com/office/powerpoint/2010/main" val="8133093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66434"/>
          </a:xfrm>
          <a:prstGeom prst="rect">
            <a:avLst/>
          </a:prstGeom>
        </p:spPr>
        <p:txBody>
          <a:bodyPr vert="horz" lIns="91440" tIns="45720" rIns="91440" bIns="45720" rtlCol="0"/>
          <a:lstStyle>
            <a:lvl1pPr algn="r">
              <a:defRPr sz="1200"/>
            </a:lvl1pPr>
          </a:lstStyle>
          <a:p>
            <a:fld id="{0EE2F713-56BF-451D-9469-877B5E8CEE63}" type="datetimeFigureOut">
              <a:rPr lang="en-US" smtClean="0"/>
              <a:pPr/>
              <a:t>11/27/2016</a:t>
            </a:fld>
            <a:endParaRPr lang="en-US"/>
          </a:p>
        </p:txBody>
      </p:sp>
      <p:sp>
        <p:nvSpPr>
          <p:cNvPr id="4" name="Slide Image Placeholder 3"/>
          <p:cNvSpPr>
            <a:spLocks noGrp="1" noRot="1" noChangeAspect="1"/>
          </p:cNvSpPr>
          <p:nvPr>
            <p:ph type="sldImg" idx="2"/>
          </p:nvPr>
        </p:nvSpPr>
        <p:spPr>
          <a:xfrm>
            <a:off x="1338263" y="1162050"/>
            <a:ext cx="4181475"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73892"/>
            <a:ext cx="5486400" cy="366045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2971800" cy="46643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829967"/>
            <a:ext cx="2971800" cy="466433"/>
          </a:xfrm>
          <a:prstGeom prst="rect">
            <a:avLst/>
          </a:prstGeom>
        </p:spPr>
        <p:txBody>
          <a:bodyPr vert="horz" lIns="91440" tIns="45720" rIns="91440" bIns="45720" rtlCol="0" anchor="b"/>
          <a:lstStyle>
            <a:lvl1pPr algn="r">
              <a:defRPr sz="1200"/>
            </a:lvl1pPr>
          </a:lstStyle>
          <a:p>
            <a:fld id="{31DACE16-DC19-4AA5-8E25-428B2EE9F756}" type="slidenum">
              <a:rPr lang="en-US" smtClean="0"/>
              <a:pPr/>
              <a:t>‹#›</a:t>
            </a:fld>
            <a:endParaRPr lang="en-US"/>
          </a:p>
        </p:txBody>
      </p:sp>
    </p:spTree>
    <p:extLst>
      <p:ext uri="{BB962C8B-B14F-4D97-AF65-F5344CB8AC3E}">
        <p14:creationId xmlns="" xmlns:p14="http://schemas.microsoft.com/office/powerpoint/2010/main" val="27765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a:t>
            </a:r>
            <a:r>
              <a:rPr lang="en-US" baseline="0" dirty="0"/>
              <a:t> first example, the author has used </a:t>
            </a:r>
            <a:r>
              <a:rPr lang="en-US" baseline="0" dirty="0" err="1"/>
              <a:t>camelCases</a:t>
            </a:r>
            <a:r>
              <a:rPr lang="en-US" baseline="0" dirty="0"/>
              <a:t> in </a:t>
            </a:r>
            <a:r>
              <a:rPr lang="en-US" baseline="0" dirty="0" err="1"/>
              <a:t>indentifier</a:t>
            </a:r>
            <a:r>
              <a:rPr lang="en-US" baseline="0" dirty="0"/>
              <a:t> naming, where other lines have used underscores. This is a style inconsistency issue identified by the reviewer.</a:t>
            </a:r>
            <a:endParaRPr lang="en-US" dirty="0"/>
          </a:p>
        </p:txBody>
      </p:sp>
      <p:sp>
        <p:nvSpPr>
          <p:cNvPr id="4" name="Slide Number Placeholder 3"/>
          <p:cNvSpPr>
            <a:spLocks noGrp="1"/>
          </p:cNvSpPr>
          <p:nvPr>
            <p:ph type="sldNum" sz="quarter" idx="10"/>
          </p:nvPr>
        </p:nvSpPr>
        <p:spPr/>
        <p:txBody>
          <a:bodyPr/>
          <a:lstStyle/>
          <a:p>
            <a:fld id="{83C608DF-2366-44A2-A578-B3934CC51072}" type="slidenum">
              <a:rPr lang="en-US" smtClean="0"/>
              <a:pPr/>
              <a:t>1</a:t>
            </a:fld>
            <a:endParaRPr lang="en-US"/>
          </a:p>
        </p:txBody>
      </p:sp>
    </p:spTree>
    <p:extLst>
      <p:ext uri="{BB962C8B-B14F-4D97-AF65-F5344CB8AC3E}">
        <p14:creationId xmlns="" xmlns:p14="http://schemas.microsoft.com/office/powerpoint/2010/main" val="2273575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 created a silly</a:t>
            </a:r>
            <a:r>
              <a:rPr lang="en-US" baseline="0" dirty="0"/>
              <a:t> mistake of including a redundant check. Many times developers commit this type silly mistakes. In this case, it was not a bug, but sometimes it can cause defects.</a:t>
            </a:r>
            <a:endParaRPr lang="en-US" dirty="0"/>
          </a:p>
        </p:txBody>
      </p:sp>
      <p:sp>
        <p:nvSpPr>
          <p:cNvPr id="4" name="Slide Number Placeholder 3"/>
          <p:cNvSpPr>
            <a:spLocks noGrp="1"/>
          </p:cNvSpPr>
          <p:nvPr>
            <p:ph type="sldNum" sz="quarter" idx="10"/>
          </p:nvPr>
        </p:nvSpPr>
        <p:spPr/>
        <p:txBody>
          <a:bodyPr/>
          <a:lstStyle/>
          <a:p>
            <a:fld id="{83C608DF-2366-44A2-A578-B3934CC51072}" type="slidenum">
              <a:rPr lang="en-US" smtClean="0"/>
              <a:pPr/>
              <a:t>2</a:t>
            </a:fld>
            <a:endParaRPr lang="en-US"/>
          </a:p>
        </p:txBody>
      </p:sp>
    </p:spTree>
    <p:extLst>
      <p:ext uri="{BB962C8B-B14F-4D97-AF65-F5344CB8AC3E}">
        <p14:creationId xmlns="" xmlns:p14="http://schemas.microsoft.com/office/powerpoint/2010/main" val="26688175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the author</a:t>
            </a:r>
            <a:r>
              <a:rPr lang="en-US" baseline="0" dirty="0"/>
              <a:t> has used a unsafe html handling method. This has the potential to open cross site scripting attack. The reviewer identifies that and the author fixes it.</a:t>
            </a:r>
            <a:endParaRPr lang="en-US" dirty="0"/>
          </a:p>
        </p:txBody>
      </p:sp>
      <p:sp>
        <p:nvSpPr>
          <p:cNvPr id="4" name="Slide Number Placeholder 3"/>
          <p:cNvSpPr>
            <a:spLocks noGrp="1"/>
          </p:cNvSpPr>
          <p:nvPr>
            <p:ph type="sldNum" sz="quarter" idx="10"/>
          </p:nvPr>
        </p:nvSpPr>
        <p:spPr/>
        <p:txBody>
          <a:bodyPr/>
          <a:lstStyle/>
          <a:p>
            <a:fld id="{1E3FF3DB-8E98-4EB9-9ED5-CB3E9AFCFA8C}" type="slidenum">
              <a:rPr lang="en-US" smtClean="0"/>
              <a:pPr/>
              <a:t>4</a:t>
            </a:fld>
            <a:endParaRPr lang="en-US"/>
          </a:p>
        </p:txBody>
      </p:sp>
    </p:spTree>
    <p:extLst>
      <p:ext uri="{BB962C8B-B14F-4D97-AF65-F5344CB8AC3E}">
        <p14:creationId xmlns="" xmlns:p14="http://schemas.microsoft.com/office/powerpoint/2010/main" val="27814134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example, book publishers face similar problem in correcting text. For years, they have employed proofreaders, who can examine the text with a fresh pair of eyes.  You may also have the experience of someone else read your writing and returning</a:t>
            </a:r>
            <a:r>
              <a:rPr lang="en-US" sz="1200" kern="1200" baseline="0" dirty="0">
                <a:solidFill>
                  <a:schemeClr val="tx1"/>
                </a:solidFill>
                <a:effectLst/>
                <a:latin typeface="+mn-lt"/>
                <a:ea typeface="+mn-ea"/>
                <a:cs typeface="+mn-cs"/>
              </a:rPr>
              <a:t> you something like this</a:t>
            </a:r>
            <a:r>
              <a:rPr lang="en-US" sz="1200" kern="1200" dirty="0">
                <a:solidFill>
                  <a:schemeClr val="tx1"/>
                </a:solidFill>
                <a:effectLst/>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Software development has a similar practice as proofreading, which we call peer code review. </a:t>
            </a:r>
            <a:r>
              <a:rPr lang="en-US" i="0" dirty="0"/>
              <a:t>Peer code review is the process</a:t>
            </a:r>
            <a:r>
              <a:rPr lang="en-US" i="0" baseline="0" dirty="0"/>
              <a:t> of analyzing code written by a teammate to judge whether it is of sufficient quality to be integrated into the main project codebase. Today, I will talk about contemporary peer code reviews.</a:t>
            </a:r>
            <a:endParaRPr lang="en-US" i="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1E3FF3DB-8E98-4EB9-9ED5-CB3E9AFCFA8C}" type="slidenum">
              <a:rPr lang="en-US" smtClean="0"/>
              <a:pPr/>
              <a:t>5</a:t>
            </a:fld>
            <a:endParaRPr lang="en-US"/>
          </a:p>
        </p:txBody>
      </p:sp>
    </p:spTree>
    <p:extLst>
      <p:ext uri="{BB962C8B-B14F-4D97-AF65-F5344CB8AC3E}">
        <p14:creationId xmlns="" xmlns:p14="http://schemas.microsoft.com/office/powerpoint/2010/main" val="3771129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into a typical code review</a:t>
            </a:r>
            <a:r>
              <a:rPr lang="en-US" baseline="0" dirty="0"/>
              <a:t> workflow.  Code review process starts after an author writes a code and submits the code for review by creating   a review request. A reviewer accepts the review request. He reviews the code and provides feedback.  The author modifies the code to address the review comments and submits the code again for review. This process of author modifying code and reviewer providing suggestions repeats until the reviewer approves the code or the author abandons the change. If the code is approved the author can integrate the code into main project code base. </a:t>
            </a:r>
            <a:endParaRPr lang="en-US" dirty="0"/>
          </a:p>
        </p:txBody>
      </p:sp>
      <p:sp>
        <p:nvSpPr>
          <p:cNvPr id="4" name="Slide Number Placeholder 3"/>
          <p:cNvSpPr>
            <a:spLocks noGrp="1"/>
          </p:cNvSpPr>
          <p:nvPr>
            <p:ph type="sldNum" sz="quarter" idx="10"/>
          </p:nvPr>
        </p:nvSpPr>
        <p:spPr/>
        <p:txBody>
          <a:bodyPr/>
          <a:lstStyle/>
          <a:p>
            <a:fld id="{CED73726-ACB1-48CC-8DD4-6CAC042D9B1E}" type="slidenum">
              <a:rPr lang="en-US" smtClean="0"/>
              <a:pPr/>
              <a:t>6</a:t>
            </a:fld>
            <a:endParaRPr lang="en-US"/>
          </a:p>
        </p:txBody>
      </p:sp>
    </p:spTree>
    <p:extLst>
      <p:ext uri="{BB962C8B-B14F-4D97-AF65-F5344CB8AC3E}">
        <p14:creationId xmlns="" xmlns:p14="http://schemas.microsoft.com/office/powerpoint/2010/main" val="14742564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concept of peer code review is not entirely new. The formal variant of peer code review, which is known as software inspection or Fagan inspection has been under practice for nearly four decades. Studies have shown that code inspection improves the quality of software. </a:t>
            </a:r>
          </a:p>
          <a:p>
            <a:r>
              <a:rPr lang="en-US" baseline="0" dirty="0"/>
              <a:t>For example, the snail curve from Fagan’s paper shows that code inspecting reduces amount of effort as well as project length.</a:t>
            </a:r>
          </a:p>
          <a:p>
            <a:r>
              <a:rPr lang="en-US" baseline="0" dirty="0"/>
              <a:t>However, code inspection is process heavy and requires synchronous meeting.  Due to those constraints, code inspection was not feasible for many organizations.</a:t>
            </a:r>
          </a:p>
          <a:p>
            <a:r>
              <a:rPr lang="en-US" baseline="0" dirty="0"/>
              <a:t>Therefore, code inspection had relatively low adoption.</a:t>
            </a:r>
          </a:p>
          <a:p>
            <a:endParaRPr lang="en-US" baseline="0" dirty="0"/>
          </a:p>
          <a:p>
            <a:r>
              <a:rPr lang="en-US" baseline="0" dirty="0"/>
              <a:t>The concept of peer code review is similar, however there are differences in execution.</a:t>
            </a:r>
          </a:p>
          <a:p>
            <a:r>
              <a:rPr lang="en-US" baseline="0" dirty="0"/>
              <a:t>Compared with Fagan inspection, peer code review is informal, lightweight, does not require synchronous meeting.  </a:t>
            </a:r>
          </a:p>
          <a:p>
            <a:r>
              <a:rPr lang="en-US" baseline="0" dirty="0"/>
              <a:t>Code review has been well adopted among software organizations.</a:t>
            </a:r>
            <a:endParaRPr lang="en-US" dirty="0"/>
          </a:p>
        </p:txBody>
      </p:sp>
      <p:sp>
        <p:nvSpPr>
          <p:cNvPr id="4" name="Slide Number Placeholder 3"/>
          <p:cNvSpPr>
            <a:spLocks noGrp="1"/>
          </p:cNvSpPr>
          <p:nvPr>
            <p:ph type="sldNum" sz="quarter" idx="10"/>
          </p:nvPr>
        </p:nvSpPr>
        <p:spPr/>
        <p:txBody>
          <a:bodyPr/>
          <a:lstStyle/>
          <a:p>
            <a:fld id="{1E3FF3DB-8E98-4EB9-9ED5-CB3E9AFCFA8C}" type="slidenum">
              <a:rPr lang="en-US" smtClean="0"/>
              <a:pPr/>
              <a:t>7</a:t>
            </a:fld>
            <a:endParaRPr lang="en-US"/>
          </a:p>
        </p:txBody>
      </p:sp>
    </p:spTree>
    <p:extLst>
      <p:ext uri="{BB962C8B-B14F-4D97-AF65-F5344CB8AC3E}">
        <p14:creationId xmlns="" xmlns:p14="http://schemas.microsoft.com/office/powerpoint/2010/main" val="63936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Planning</a:t>
            </a:r>
          </a:p>
          <a:p>
            <a:pPr lvl="1"/>
            <a:r>
              <a:rPr lang="en-US" sz="1200" b="0" i="0" kern="1200" dirty="0">
                <a:solidFill>
                  <a:schemeClr val="tx1"/>
                </a:solidFill>
                <a:effectLst/>
                <a:latin typeface="+mn-lt"/>
                <a:ea typeface="+mn-ea"/>
                <a:cs typeface="+mn-cs"/>
              </a:rPr>
              <a:t>Preparation of materials</a:t>
            </a:r>
          </a:p>
          <a:p>
            <a:pPr lvl="1"/>
            <a:r>
              <a:rPr lang="en-US" sz="1200" b="0" i="0" kern="1200" dirty="0">
                <a:solidFill>
                  <a:schemeClr val="tx1"/>
                </a:solidFill>
                <a:effectLst/>
                <a:latin typeface="+mn-lt"/>
                <a:ea typeface="+mn-ea"/>
                <a:cs typeface="+mn-cs"/>
              </a:rPr>
              <a:t>Arranging of participants</a:t>
            </a:r>
          </a:p>
          <a:p>
            <a:pPr lvl="1"/>
            <a:r>
              <a:rPr lang="en-US" sz="1200" b="0" i="0" kern="1200" dirty="0">
                <a:solidFill>
                  <a:schemeClr val="tx1"/>
                </a:solidFill>
                <a:effectLst/>
                <a:latin typeface="+mn-lt"/>
                <a:ea typeface="+mn-ea"/>
                <a:cs typeface="+mn-cs"/>
              </a:rPr>
              <a:t>Arranging of meeting place</a:t>
            </a:r>
          </a:p>
          <a:p>
            <a:r>
              <a:rPr lang="en-US" sz="1200" b="0" i="0" kern="1200" dirty="0">
                <a:solidFill>
                  <a:schemeClr val="tx1"/>
                </a:solidFill>
                <a:effectLst/>
                <a:latin typeface="+mn-lt"/>
                <a:ea typeface="+mn-ea"/>
                <a:cs typeface="+mn-cs"/>
              </a:rPr>
              <a:t>Overview</a:t>
            </a:r>
          </a:p>
          <a:p>
            <a:pPr lvl="1"/>
            <a:r>
              <a:rPr lang="en-US" sz="1200" b="0" i="0" kern="1200" dirty="0">
                <a:solidFill>
                  <a:schemeClr val="tx1"/>
                </a:solidFill>
                <a:effectLst/>
                <a:latin typeface="+mn-lt"/>
                <a:ea typeface="+mn-ea"/>
                <a:cs typeface="+mn-cs"/>
              </a:rPr>
              <a:t>Group education of participants on the materials under review</a:t>
            </a:r>
          </a:p>
          <a:p>
            <a:pPr lvl="1"/>
            <a:r>
              <a:rPr lang="en-US" sz="1200" b="0" i="0" kern="1200" dirty="0">
                <a:solidFill>
                  <a:schemeClr val="tx1"/>
                </a:solidFill>
                <a:effectLst/>
                <a:latin typeface="+mn-lt"/>
                <a:ea typeface="+mn-ea"/>
                <a:cs typeface="+mn-cs"/>
              </a:rPr>
              <a:t>Assignment of roles</a:t>
            </a:r>
          </a:p>
          <a:p>
            <a:r>
              <a:rPr lang="en-US" sz="1200" b="0" i="0" kern="1200" dirty="0">
                <a:solidFill>
                  <a:schemeClr val="tx1"/>
                </a:solidFill>
                <a:effectLst/>
                <a:latin typeface="+mn-lt"/>
                <a:ea typeface="+mn-ea"/>
                <a:cs typeface="+mn-cs"/>
              </a:rPr>
              <a:t>Preparation</a:t>
            </a:r>
          </a:p>
          <a:p>
            <a:pPr lvl="1"/>
            <a:r>
              <a:rPr lang="en-US" sz="1200" b="0" i="0" kern="1200" dirty="0">
                <a:solidFill>
                  <a:schemeClr val="tx1"/>
                </a:solidFill>
                <a:effectLst/>
                <a:latin typeface="+mn-lt"/>
                <a:ea typeface="+mn-ea"/>
                <a:cs typeface="+mn-cs"/>
              </a:rPr>
              <a:t>The participants review the item to be inspected and supporting material to prepare for the meeting noting any questions or possible defects</a:t>
            </a:r>
          </a:p>
          <a:p>
            <a:pPr lvl="1"/>
            <a:r>
              <a:rPr lang="en-US" sz="1200" b="0" i="0" kern="1200" dirty="0">
                <a:solidFill>
                  <a:schemeClr val="tx1"/>
                </a:solidFill>
                <a:effectLst/>
                <a:latin typeface="+mn-lt"/>
                <a:ea typeface="+mn-ea"/>
                <a:cs typeface="+mn-cs"/>
              </a:rPr>
              <a:t>The participants prepare their roles</a:t>
            </a:r>
          </a:p>
          <a:p>
            <a:r>
              <a:rPr lang="en-US" sz="1200" b="0" i="0" kern="1200" dirty="0">
                <a:solidFill>
                  <a:schemeClr val="tx1"/>
                </a:solidFill>
                <a:effectLst/>
                <a:latin typeface="+mn-lt"/>
                <a:ea typeface="+mn-ea"/>
                <a:cs typeface="+mn-cs"/>
              </a:rPr>
              <a:t>Inspection meeting</a:t>
            </a:r>
          </a:p>
          <a:p>
            <a:pPr lvl="1"/>
            <a:r>
              <a:rPr lang="en-US" sz="1200" b="0" i="0" kern="1200" dirty="0">
                <a:solidFill>
                  <a:schemeClr val="tx1"/>
                </a:solidFill>
                <a:effectLst/>
                <a:latin typeface="+mn-lt"/>
                <a:ea typeface="+mn-ea"/>
                <a:cs typeface="+mn-cs"/>
              </a:rPr>
              <a:t>Actual finding of defect</a:t>
            </a:r>
          </a:p>
          <a:p>
            <a:r>
              <a:rPr lang="en-US" sz="1200" b="0" i="0" kern="1200" dirty="0">
                <a:solidFill>
                  <a:schemeClr val="tx1"/>
                </a:solidFill>
                <a:effectLst/>
                <a:latin typeface="+mn-lt"/>
                <a:ea typeface="+mn-ea"/>
                <a:cs typeface="+mn-cs"/>
              </a:rPr>
              <a:t>Rework</a:t>
            </a:r>
          </a:p>
          <a:p>
            <a:pPr lvl="1"/>
            <a:r>
              <a:rPr lang="en-US" sz="1200" b="0" i="0" kern="1200" dirty="0">
                <a:solidFill>
                  <a:schemeClr val="tx1"/>
                </a:solidFill>
                <a:effectLst/>
                <a:latin typeface="+mn-lt"/>
                <a:ea typeface="+mn-ea"/>
                <a:cs typeface="+mn-cs"/>
              </a:rPr>
              <a:t>Rework is the step in software inspection in which the defects found during the inspection meeting are resolved by the author, designer or programmer. On the basis of the list of defects the low-level document is corrected until the requirements in the high-level document are met.</a:t>
            </a:r>
          </a:p>
          <a:p>
            <a:r>
              <a:rPr lang="en-US" sz="1200" b="0" i="0" kern="1200" dirty="0">
                <a:solidFill>
                  <a:schemeClr val="tx1"/>
                </a:solidFill>
                <a:effectLst/>
                <a:latin typeface="+mn-lt"/>
                <a:ea typeface="+mn-ea"/>
                <a:cs typeface="+mn-cs"/>
              </a:rPr>
              <a:t>Follow-up</a:t>
            </a:r>
          </a:p>
          <a:p>
            <a:pPr lvl="1"/>
            <a:r>
              <a:rPr lang="en-US" sz="1200" b="0" i="0" kern="1200" dirty="0">
                <a:solidFill>
                  <a:schemeClr val="tx1"/>
                </a:solidFill>
                <a:effectLst/>
                <a:latin typeface="+mn-lt"/>
                <a:ea typeface="+mn-ea"/>
                <a:cs typeface="+mn-cs"/>
              </a:rPr>
              <a:t>In the follow-up phase of software inspections all defects found in the inspection meeting should be corrected</a:t>
            </a:r>
          </a:p>
          <a:p>
            <a:endParaRPr lang="en-US" dirty="0"/>
          </a:p>
        </p:txBody>
      </p:sp>
      <p:sp>
        <p:nvSpPr>
          <p:cNvPr id="4" name="Slide Number Placeholder 3"/>
          <p:cNvSpPr>
            <a:spLocks noGrp="1"/>
          </p:cNvSpPr>
          <p:nvPr>
            <p:ph type="sldNum" sz="quarter" idx="10"/>
          </p:nvPr>
        </p:nvSpPr>
        <p:spPr/>
        <p:txBody>
          <a:bodyPr/>
          <a:lstStyle/>
          <a:p>
            <a:fld id="{1E3FF3DB-8E98-4EB9-9ED5-CB3E9AFCFA8C}" type="slidenum">
              <a:rPr lang="en-US" smtClean="0"/>
              <a:pPr/>
              <a:t>8</a:t>
            </a:fld>
            <a:endParaRPr lang="en-US"/>
          </a:p>
        </p:txBody>
      </p:sp>
    </p:spTree>
    <p:extLst>
      <p:ext uri="{BB962C8B-B14F-4D97-AF65-F5344CB8AC3E}">
        <p14:creationId xmlns="" xmlns:p14="http://schemas.microsoft.com/office/powerpoint/2010/main" val="3557488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Contemporary</a:t>
            </a:r>
            <a:r>
              <a:rPr lang="en-US" baseline="0" dirty="0"/>
              <a:t> code reviews are tool-based. Popular code review tools include: Gerrit, ReviewBoard, Phabricator, and Crucible.</a:t>
            </a:r>
            <a:endParaRPr lang="en-US" dirty="0"/>
          </a:p>
        </p:txBody>
      </p:sp>
      <p:sp>
        <p:nvSpPr>
          <p:cNvPr id="4" name="Slide Number Placeholder 3"/>
          <p:cNvSpPr>
            <a:spLocks noGrp="1"/>
          </p:cNvSpPr>
          <p:nvPr>
            <p:ph type="sldNum" sz="quarter" idx="10"/>
          </p:nvPr>
        </p:nvSpPr>
        <p:spPr/>
        <p:txBody>
          <a:bodyPr/>
          <a:lstStyle/>
          <a:p>
            <a:fld id="{1E3FF3DB-8E98-4EB9-9ED5-CB3E9AFCFA8C}" type="slidenum">
              <a:rPr lang="en-US" smtClean="0"/>
              <a:pPr/>
              <a:t>9</a:t>
            </a:fld>
            <a:endParaRPr lang="en-US"/>
          </a:p>
        </p:txBody>
      </p:sp>
    </p:spTree>
    <p:extLst>
      <p:ext uri="{BB962C8B-B14F-4D97-AF65-F5344CB8AC3E}">
        <p14:creationId xmlns="" xmlns:p14="http://schemas.microsoft.com/office/powerpoint/2010/main" val="13380765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 in one</a:t>
            </a:r>
            <a:r>
              <a:rPr lang="en-US" baseline="0" dirty="0"/>
              <a:t> of our study</a:t>
            </a:r>
            <a:r>
              <a:rPr lang="en-US" dirty="0"/>
              <a:t> we found that developers spend</a:t>
            </a:r>
            <a:r>
              <a:rPr lang="en-US" baseline="0" dirty="0"/>
              <a:t> around 6 hours per week in code reviews. This translates to almost 10 to 15% developer times.</a:t>
            </a:r>
          </a:p>
          <a:p>
            <a:endParaRPr lang="en-US" baseline="0" dirty="0"/>
          </a:p>
          <a:p>
            <a:r>
              <a:rPr lang="en-US" baseline="0" dirty="0"/>
              <a:t>Almost, 50,000 Microsoft developers are practicing code reviews.</a:t>
            </a:r>
          </a:p>
          <a:p>
            <a:r>
              <a:rPr lang="en-US" baseline="0" dirty="0"/>
              <a:t>Let’s do a calculation. 50,000 developers multiplied by 6 hours per week multiplied by a conservative amount of 50 dollars per hour</a:t>
            </a:r>
          </a:p>
          <a:p>
            <a:r>
              <a:rPr lang="en-US" baseline="0" dirty="0"/>
              <a:t>= 15 million dollars per week. Therefore, improving effectiveness of code reviews can ensure that those efforts are spent wisely.</a:t>
            </a:r>
            <a:endParaRPr lang="en-US" dirty="0"/>
          </a:p>
        </p:txBody>
      </p:sp>
      <p:sp>
        <p:nvSpPr>
          <p:cNvPr id="4" name="Slide Number Placeholder 3"/>
          <p:cNvSpPr>
            <a:spLocks noGrp="1"/>
          </p:cNvSpPr>
          <p:nvPr>
            <p:ph type="sldNum" sz="quarter" idx="10"/>
          </p:nvPr>
        </p:nvSpPr>
        <p:spPr/>
        <p:txBody>
          <a:bodyPr/>
          <a:lstStyle/>
          <a:p>
            <a:fld id="{1E3FF3DB-8E98-4EB9-9ED5-CB3E9AFCFA8C}" type="slidenum">
              <a:rPr lang="en-US" smtClean="0"/>
              <a:pPr/>
              <a:t>10</a:t>
            </a:fld>
            <a:endParaRPr lang="en-US"/>
          </a:p>
        </p:txBody>
      </p:sp>
    </p:spTree>
    <p:extLst>
      <p:ext uri="{BB962C8B-B14F-4D97-AF65-F5344CB8AC3E}">
        <p14:creationId xmlns="" xmlns:p14="http://schemas.microsoft.com/office/powerpoint/2010/main" val="9932236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1DACE16-DC19-4AA5-8E25-428B2EE9F756}" type="slidenum">
              <a:rPr lang="en-US" smtClean="0"/>
              <a:pPr/>
              <a:t>16</a:t>
            </a:fld>
            <a:endParaRPr lang="en-US"/>
          </a:p>
        </p:txBody>
      </p:sp>
    </p:spTree>
    <p:extLst>
      <p:ext uri="{BB962C8B-B14F-4D97-AF65-F5344CB8AC3E}">
        <p14:creationId xmlns="" xmlns:p14="http://schemas.microsoft.com/office/powerpoint/2010/main" val="3067559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a:xfrm>
            <a:off x="685800" y="6248400"/>
            <a:ext cx="1905000" cy="457200"/>
          </a:xfrm>
          <a:prstGeom prst="rect">
            <a:avLst/>
          </a:prstGeom>
        </p:spPr>
        <p:txBody>
          <a:bodyPr/>
          <a:lstStyle>
            <a:lvl1pPr>
              <a:defRPr/>
            </a:lvl1pPr>
          </a:lstStyle>
          <a:p>
            <a:fld id="{37E18DF1-6920-458F-B5A7-1A16CE8CFC55}" type="datetime1">
              <a:rPr lang="en-US" smtClean="0"/>
              <a:pPr/>
              <a:t>11/27/2016</a:t>
            </a:fld>
            <a:endParaRPr lang="en-US"/>
          </a:p>
        </p:txBody>
      </p:sp>
      <p:sp>
        <p:nvSpPr>
          <p:cNvPr id="5" name="Footer Placeholder 4"/>
          <p:cNvSpPr>
            <a:spLocks noGrp="1"/>
          </p:cNvSpPr>
          <p:nvPr>
            <p:ph type="ftr" sz="quarter" idx="11"/>
          </p:nvPr>
        </p:nvSpPr>
        <p:spPr>
          <a:xfrm>
            <a:off x="4800600" y="6248400"/>
            <a:ext cx="2895600" cy="457200"/>
          </a:xfrm>
          <a:prstGeom prst="rect">
            <a:avLst/>
          </a:prstGeom>
        </p:spPr>
        <p:txBody>
          <a:bodyPr/>
          <a:lstStyle>
            <a:lvl1pPr>
              <a:defRPr/>
            </a:lvl1pPr>
          </a:lstStyle>
          <a:p>
            <a:endParaRPr lang="en-US"/>
          </a:p>
        </p:txBody>
      </p:sp>
    </p:spTree>
    <p:extLst>
      <p:ext uri="{BB962C8B-B14F-4D97-AF65-F5344CB8AC3E}">
        <p14:creationId xmlns="" xmlns:p14="http://schemas.microsoft.com/office/powerpoint/2010/main" val="1583142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9144001" cy="702366"/>
          </a:xfrm>
        </p:spPr>
        <p:txBody>
          <a:bodyPr/>
          <a:lstStyle/>
          <a:p>
            <a:r>
              <a:rPr lang="en-US"/>
              <a:t>Click to edit Master title style</a:t>
            </a:r>
          </a:p>
        </p:txBody>
      </p:sp>
      <p:sp>
        <p:nvSpPr>
          <p:cNvPr id="3" name="Content Placeholder 2"/>
          <p:cNvSpPr>
            <a:spLocks noGrp="1"/>
          </p:cNvSpPr>
          <p:nvPr>
            <p:ph idx="1"/>
          </p:nvPr>
        </p:nvSpPr>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5800" y="6248400"/>
            <a:ext cx="1905000" cy="457200"/>
          </a:xfrm>
          <a:prstGeom prst="rect">
            <a:avLst/>
          </a:prstGeom>
        </p:spPr>
        <p:txBody>
          <a:bodyPr/>
          <a:lstStyle>
            <a:lvl1pPr>
              <a:defRPr/>
            </a:lvl1pPr>
          </a:lstStyle>
          <a:p>
            <a:fld id="{62C24C88-249F-4829-9A3D-77D7BE5C73AE}" type="datetime1">
              <a:rPr lang="en-US" smtClean="0"/>
              <a:pPr/>
              <a:t>11/27/2016</a:t>
            </a:fld>
            <a:endParaRPr lang="en-US"/>
          </a:p>
        </p:txBody>
      </p:sp>
      <p:sp>
        <p:nvSpPr>
          <p:cNvPr id="5" name="Footer Placeholder 4"/>
          <p:cNvSpPr>
            <a:spLocks noGrp="1"/>
          </p:cNvSpPr>
          <p:nvPr>
            <p:ph type="ftr" sz="quarter" idx="11"/>
          </p:nvPr>
        </p:nvSpPr>
        <p:spPr>
          <a:xfrm>
            <a:off x="4800600" y="6248400"/>
            <a:ext cx="2895600" cy="457200"/>
          </a:xfrm>
          <a:prstGeom prst="rect">
            <a:avLst/>
          </a:prstGeom>
        </p:spPr>
        <p:txBody>
          <a:bodyPr/>
          <a:lstStyle>
            <a:lvl1pPr>
              <a:defRPr/>
            </a:lvl1pPr>
          </a:lstStyle>
          <a:p>
            <a:endParaRPr lang="en-US"/>
          </a:p>
        </p:txBody>
      </p:sp>
      <p:sp>
        <p:nvSpPr>
          <p:cNvPr id="6" name="Slide Number Placeholder 5"/>
          <p:cNvSpPr>
            <a:spLocks noGrp="1"/>
          </p:cNvSpPr>
          <p:nvPr>
            <p:ph type="sldNum" sz="quarter" idx="12"/>
          </p:nvPr>
        </p:nvSpPr>
        <p:spPr>
          <a:xfrm>
            <a:off x="8458200" y="6377608"/>
            <a:ext cx="685800" cy="381000"/>
          </a:xfrm>
          <a:prstGeom prst="rect">
            <a:avLst/>
          </a:prstGeom>
          <a:noFill/>
        </p:spPr>
        <p:txBody>
          <a:bodyPr/>
          <a:lstStyle>
            <a:lvl1pPr>
              <a:defRPr>
                <a:solidFill>
                  <a:schemeClr val="accent1">
                    <a:lumMod val="75000"/>
                  </a:schemeClr>
                </a:solidFill>
              </a:defRPr>
            </a:lvl1pPr>
          </a:lstStyle>
          <a:p>
            <a:fld id="{4326CE6F-D9CB-4ADC-ABE9-3EADDBF4F4B5}" type="slidenum">
              <a:rPr lang="en-US" smtClean="0"/>
              <a:pPr/>
              <a:t>‹#›</a:t>
            </a:fld>
            <a:endParaRPr lang="en-US"/>
          </a:p>
        </p:txBody>
      </p:sp>
    </p:spTree>
    <p:extLst>
      <p:ext uri="{BB962C8B-B14F-4D97-AF65-F5344CB8AC3E}">
        <p14:creationId xmlns="" xmlns:p14="http://schemas.microsoft.com/office/powerpoint/2010/main" val="3725303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a:xfrm>
            <a:off x="685800" y="6324600"/>
            <a:ext cx="1905000" cy="457200"/>
          </a:xfrm>
          <a:prstGeom prst="rect">
            <a:avLst/>
          </a:prstGeom>
        </p:spPr>
        <p:txBody>
          <a:bodyPr/>
          <a:lstStyle>
            <a:lvl1pPr>
              <a:defRPr/>
            </a:lvl1pPr>
          </a:lstStyle>
          <a:p>
            <a:fld id="{7548C7A8-B201-4378-AD6E-F6CF5A7A9C8F}" type="datetime1">
              <a:rPr lang="en-US" smtClean="0"/>
              <a:pPr/>
              <a:t>11/27/2016</a:t>
            </a:fld>
            <a:endParaRPr lang="en-US"/>
          </a:p>
        </p:txBody>
      </p:sp>
      <p:sp>
        <p:nvSpPr>
          <p:cNvPr id="5" name="Footer Placeholder 4"/>
          <p:cNvSpPr>
            <a:spLocks noGrp="1"/>
          </p:cNvSpPr>
          <p:nvPr>
            <p:ph type="ftr" sz="quarter" idx="11"/>
          </p:nvPr>
        </p:nvSpPr>
        <p:spPr>
          <a:xfrm>
            <a:off x="4800600" y="6324600"/>
            <a:ext cx="2895600" cy="457200"/>
          </a:xfrm>
          <a:prstGeom prst="rect">
            <a:avLst/>
          </a:prstGeom>
        </p:spPr>
        <p:txBody>
          <a:bodyPr/>
          <a:lstStyle>
            <a:lvl1pPr>
              <a:defRPr/>
            </a:lvl1pPr>
          </a:lstStyle>
          <a:p>
            <a:endParaRPr lang="en-US"/>
          </a:p>
        </p:txBody>
      </p:sp>
    </p:spTree>
    <p:extLst>
      <p:ext uri="{BB962C8B-B14F-4D97-AF65-F5344CB8AC3E}">
        <p14:creationId xmlns="" xmlns:p14="http://schemas.microsoft.com/office/powerpoint/2010/main" val="3567938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295400"/>
            <a:ext cx="38100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95400"/>
            <a:ext cx="38100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a:prstGeom prst="rect">
            <a:avLst/>
          </a:prstGeom>
        </p:spPr>
        <p:txBody>
          <a:bodyPr/>
          <a:lstStyle>
            <a:lvl1pPr>
              <a:defRPr/>
            </a:lvl1pPr>
          </a:lstStyle>
          <a:p>
            <a:fld id="{9422A510-A5AB-409F-A157-DE7D6841A30F}" type="datetime1">
              <a:rPr lang="en-US" smtClean="0"/>
              <a:pPr/>
              <a:t>11/27/2016</a:t>
            </a:fld>
            <a:endParaRPr lang="en-US"/>
          </a:p>
        </p:txBody>
      </p:sp>
      <p:sp>
        <p:nvSpPr>
          <p:cNvPr id="6" name="Footer Placeholder 5"/>
          <p:cNvSpPr>
            <a:spLocks noGrp="1"/>
          </p:cNvSpPr>
          <p:nvPr>
            <p:ph type="ftr" sz="quarter" idx="11"/>
          </p:nvPr>
        </p:nvSpPr>
        <p:spPr>
          <a:xfrm>
            <a:off x="4800600" y="6248400"/>
            <a:ext cx="2895600" cy="457200"/>
          </a:xfrm>
          <a:prstGeom prst="rect">
            <a:avLst/>
          </a:prstGeom>
        </p:spPr>
        <p:txBody>
          <a:bodyPr/>
          <a:lstStyle>
            <a:lvl1pPr>
              <a:defRPr/>
            </a:lvl1pPr>
          </a:lstStyle>
          <a:p>
            <a:endParaRPr lang="en-US"/>
          </a:p>
        </p:txBody>
      </p:sp>
      <p:sp>
        <p:nvSpPr>
          <p:cNvPr id="8" name="Slide Number Placeholder 5"/>
          <p:cNvSpPr>
            <a:spLocks noGrp="1"/>
          </p:cNvSpPr>
          <p:nvPr>
            <p:ph type="sldNum" sz="quarter" idx="12"/>
          </p:nvPr>
        </p:nvSpPr>
        <p:spPr>
          <a:xfrm>
            <a:off x="3886200" y="6324600"/>
            <a:ext cx="685800" cy="381000"/>
          </a:xfrm>
          <a:noFill/>
        </p:spPr>
        <p:txBody>
          <a:bodyPr/>
          <a:lstStyle>
            <a:lvl1pPr>
              <a:defRPr>
                <a:solidFill>
                  <a:srgbClr val="A30023"/>
                </a:solidFill>
              </a:defRPr>
            </a:lvl1pPr>
          </a:lstStyle>
          <a:p>
            <a:fld id="{4326CE6F-D9CB-4ADC-ABE9-3EADDBF4F4B5}" type="slidenum">
              <a:rPr lang="en-US" smtClean="0"/>
              <a:pPr/>
              <a:t>‹#›</a:t>
            </a:fld>
            <a:endParaRPr lang="en-US"/>
          </a:p>
        </p:txBody>
      </p:sp>
    </p:spTree>
    <p:extLst>
      <p:ext uri="{BB962C8B-B14F-4D97-AF65-F5344CB8AC3E}">
        <p14:creationId xmlns="" xmlns:p14="http://schemas.microsoft.com/office/powerpoint/2010/main" val="39438098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85800" y="6248400"/>
            <a:ext cx="1905000" cy="457200"/>
          </a:xfrm>
          <a:prstGeom prst="rect">
            <a:avLst/>
          </a:prstGeom>
        </p:spPr>
        <p:txBody>
          <a:bodyPr/>
          <a:lstStyle>
            <a:lvl1pPr>
              <a:defRPr/>
            </a:lvl1pPr>
          </a:lstStyle>
          <a:p>
            <a:fld id="{831F879C-7319-46C1-8B5E-73EF5B09EAF8}" type="datetime1">
              <a:rPr lang="en-US" smtClean="0"/>
              <a:pPr/>
              <a:t>11/27/2016</a:t>
            </a:fld>
            <a:endParaRPr lang="en-US"/>
          </a:p>
        </p:txBody>
      </p:sp>
      <p:sp>
        <p:nvSpPr>
          <p:cNvPr id="8" name="Footer Placeholder 7"/>
          <p:cNvSpPr>
            <a:spLocks noGrp="1"/>
          </p:cNvSpPr>
          <p:nvPr>
            <p:ph type="ftr" sz="quarter" idx="11"/>
          </p:nvPr>
        </p:nvSpPr>
        <p:spPr>
          <a:xfrm>
            <a:off x="4800600" y="6248400"/>
            <a:ext cx="2895600" cy="457200"/>
          </a:xfrm>
          <a:prstGeom prst="rect">
            <a:avLst/>
          </a:prstGeom>
        </p:spPr>
        <p:txBody>
          <a:bodyPr/>
          <a:lstStyle>
            <a:lvl1pPr>
              <a:defRPr/>
            </a:lvl1pPr>
          </a:lstStyle>
          <a:p>
            <a:endParaRPr lang="en-US"/>
          </a:p>
        </p:txBody>
      </p:sp>
      <p:sp>
        <p:nvSpPr>
          <p:cNvPr id="10" name="Slide Number Placeholder 5"/>
          <p:cNvSpPr>
            <a:spLocks noGrp="1"/>
          </p:cNvSpPr>
          <p:nvPr>
            <p:ph type="sldNum" sz="quarter" idx="12"/>
          </p:nvPr>
        </p:nvSpPr>
        <p:spPr>
          <a:xfrm>
            <a:off x="3886200" y="6324600"/>
            <a:ext cx="685800" cy="381000"/>
          </a:xfrm>
          <a:noFill/>
        </p:spPr>
        <p:txBody>
          <a:bodyPr/>
          <a:lstStyle>
            <a:lvl1pPr>
              <a:defRPr>
                <a:solidFill>
                  <a:srgbClr val="A30023"/>
                </a:solidFill>
              </a:defRPr>
            </a:lvl1pPr>
          </a:lstStyle>
          <a:p>
            <a:fld id="{4326CE6F-D9CB-4ADC-ABE9-3EADDBF4F4B5}" type="slidenum">
              <a:rPr lang="en-US" smtClean="0"/>
              <a:pPr/>
              <a:t>‹#›</a:t>
            </a:fld>
            <a:endParaRPr lang="en-US"/>
          </a:p>
        </p:txBody>
      </p:sp>
    </p:spTree>
    <p:extLst>
      <p:ext uri="{BB962C8B-B14F-4D97-AF65-F5344CB8AC3E}">
        <p14:creationId xmlns="" xmlns:p14="http://schemas.microsoft.com/office/powerpoint/2010/main" val="2286856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685800" y="6248400"/>
            <a:ext cx="1905000" cy="457200"/>
          </a:xfrm>
          <a:prstGeom prst="rect">
            <a:avLst/>
          </a:prstGeom>
        </p:spPr>
        <p:txBody>
          <a:bodyPr/>
          <a:lstStyle>
            <a:lvl1pPr>
              <a:defRPr/>
            </a:lvl1pPr>
          </a:lstStyle>
          <a:p>
            <a:fld id="{34F34D60-4D3D-4EAA-8C7C-8F03507F7B03}" type="datetime1">
              <a:rPr lang="en-US" smtClean="0"/>
              <a:pPr/>
              <a:t>11/27/2016</a:t>
            </a:fld>
            <a:endParaRPr lang="en-US"/>
          </a:p>
        </p:txBody>
      </p:sp>
      <p:sp>
        <p:nvSpPr>
          <p:cNvPr id="4" name="Footer Placeholder 3"/>
          <p:cNvSpPr>
            <a:spLocks noGrp="1"/>
          </p:cNvSpPr>
          <p:nvPr>
            <p:ph type="ftr" sz="quarter" idx="11"/>
          </p:nvPr>
        </p:nvSpPr>
        <p:spPr>
          <a:xfrm>
            <a:off x="4800600" y="6248400"/>
            <a:ext cx="2895600" cy="457200"/>
          </a:xfrm>
          <a:prstGeom prst="rect">
            <a:avLst/>
          </a:prstGeom>
        </p:spPr>
        <p:txBody>
          <a:bodyPr/>
          <a:lstStyle>
            <a:lvl1pPr>
              <a:defRPr/>
            </a:lvl1pPr>
          </a:lstStyle>
          <a:p>
            <a:endParaRPr lang="en-US"/>
          </a:p>
        </p:txBody>
      </p:sp>
      <p:sp>
        <p:nvSpPr>
          <p:cNvPr id="6" name="Slide Number Placeholder 5"/>
          <p:cNvSpPr>
            <a:spLocks noGrp="1"/>
          </p:cNvSpPr>
          <p:nvPr>
            <p:ph type="sldNum" sz="quarter" idx="12"/>
          </p:nvPr>
        </p:nvSpPr>
        <p:spPr>
          <a:xfrm>
            <a:off x="3886200" y="6324600"/>
            <a:ext cx="685800" cy="381000"/>
          </a:xfrm>
          <a:noFill/>
        </p:spPr>
        <p:txBody>
          <a:bodyPr/>
          <a:lstStyle>
            <a:lvl1pPr>
              <a:defRPr>
                <a:solidFill>
                  <a:srgbClr val="A30023"/>
                </a:solidFill>
              </a:defRPr>
            </a:lvl1pPr>
          </a:lstStyle>
          <a:p>
            <a:fld id="{4326CE6F-D9CB-4ADC-ABE9-3EADDBF4F4B5}" type="slidenum">
              <a:rPr lang="en-US" smtClean="0"/>
              <a:pPr/>
              <a:t>‹#›</a:t>
            </a:fld>
            <a:endParaRPr lang="en-US"/>
          </a:p>
        </p:txBody>
      </p:sp>
    </p:spTree>
    <p:extLst>
      <p:ext uri="{BB962C8B-B14F-4D97-AF65-F5344CB8AC3E}">
        <p14:creationId xmlns="" xmlns:p14="http://schemas.microsoft.com/office/powerpoint/2010/main" val="559424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85800" y="6248400"/>
            <a:ext cx="1905000" cy="457200"/>
          </a:xfrm>
          <a:prstGeom prst="rect">
            <a:avLst/>
          </a:prstGeom>
        </p:spPr>
        <p:txBody>
          <a:bodyPr/>
          <a:lstStyle>
            <a:lvl1pPr>
              <a:defRPr/>
            </a:lvl1pPr>
          </a:lstStyle>
          <a:p>
            <a:fld id="{CAA766C2-0F54-4923-AC0A-682A1BCB9202}" type="datetime1">
              <a:rPr lang="en-US" smtClean="0"/>
              <a:pPr/>
              <a:t>11/27/2016</a:t>
            </a:fld>
            <a:endParaRPr lang="en-US"/>
          </a:p>
        </p:txBody>
      </p:sp>
      <p:sp>
        <p:nvSpPr>
          <p:cNvPr id="3" name="Footer Placeholder 2"/>
          <p:cNvSpPr>
            <a:spLocks noGrp="1"/>
          </p:cNvSpPr>
          <p:nvPr>
            <p:ph type="ftr" sz="quarter" idx="11"/>
          </p:nvPr>
        </p:nvSpPr>
        <p:spPr>
          <a:xfrm>
            <a:off x="4800600" y="6248400"/>
            <a:ext cx="2895600" cy="457200"/>
          </a:xfrm>
          <a:prstGeom prst="rect">
            <a:avLst/>
          </a:prstGeom>
        </p:spPr>
        <p:txBody>
          <a:bodyPr/>
          <a:lstStyle>
            <a:lvl1pPr>
              <a:defRPr/>
            </a:lvl1pPr>
          </a:lstStyle>
          <a:p>
            <a:endParaRPr lang="en-US"/>
          </a:p>
        </p:txBody>
      </p:sp>
      <p:sp>
        <p:nvSpPr>
          <p:cNvPr id="5" name="Slide Number Placeholder 5"/>
          <p:cNvSpPr>
            <a:spLocks noGrp="1"/>
          </p:cNvSpPr>
          <p:nvPr>
            <p:ph type="sldNum" sz="quarter" idx="12"/>
          </p:nvPr>
        </p:nvSpPr>
        <p:spPr>
          <a:xfrm>
            <a:off x="3886200" y="6324600"/>
            <a:ext cx="685800" cy="381000"/>
          </a:xfrm>
          <a:solidFill>
            <a:schemeClr val="accent1"/>
          </a:solidFill>
        </p:spPr>
        <p:txBody>
          <a:bodyPr/>
          <a:lstStyle>
            <a:lvl1pPr>
              <a:defRPr>
                <a:solidFill>
                  <a:schemeClr val="bg1"/>
                </a:solidFill>
              </a:defRPr>
            </a:lvl1pPr>
          </a:lstStyle>
          <a:p>
            <a:fld id="{4326CE6F-D9CB-4ADC-ABE9-3EADDBF4F4B5}" type="slidenum">
              <a:rPr lang="en-US" smtClean="0"/>
              <a:pPr/>
              <a:t>‹#›</a:t>
            </a:fld>
            <a:endParaRPr lang="en-US"/>
          </a:p>
        </p:txBody>
      </p:sp>
    </p:spTree>
    <p:extLst>
      <p:ext uri="{BB962C8B-B14F-4D97-AF65-F5344CB8AC3E}">
        <p14:creationId xmlns="" xmlns:p14="http://schemas.microsoft.com/office/powerpoint/2010/main" val="814120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85800" y="6248400"/>
            <a:ext cx="1905000" cy="457200"/>
          </a:xfrm>
          <a:prstGeom prst="rect">
            <a:avLst/>
          </a:prstGeom>
        </p:spPr>
        <p:txBody>
          <a:bodyPr/>
          <a:lstStyle>
            <a:lvl1pPr>
              <a:defRPr/>
            </a:lvl1pPr>
          </a:lstStyle>
          <a:p>
            <a:fld id="{2A0692BA-0501-42F1-86B1-C10934243E4E}" type="datetime1">
              <a:rPr lang="en-US" smtClean="0"/>
              <a:pPr/>
              <a:t>11/27/2016</a:t>
            </a:fld>
            <a:endParaRPr lang="en-US"/>
          </a:p>
        </p:txBody>
      </p:sp>
      <p:sp>
        <p:nvSpPr>
          <p:cNvPr id="6" name="Footer Placeholder 5"/>
          <p:cNvSpPr>
            <a:spLocks noGrp="1"/>
          </p:cNvSpPr>
          <p:nvPr>
            <p:ph type="ftr" sz="quarter" idx="11"/>
          </p:nvPr>
        </p:nvSpPr>
        <p:spPr>
          <a:xfrm>
            <a:off x="4800600" y="6248400"/>
            <a:ext cx="2895600" cy="457200"/>
          </a:xfrm>
          <a:prstGeom prst="rect">
            <a:avLst/>
          </a:prstGeom>
        </p:spPr>
        <p:txBody>
          <a:bodyPr/>
          <a:lstStyle>
            <a:lvl1pPr>
              <a:defRPr/>
            </a:lvl1pPr>
          </a:lstStyle>
          <a:p>
            <a:endParaRPr lang="en-US"/>
          </a:p>
        </p:txBody>
      </p:sp>
      <p:sp>
        <p:nvSpPr>
          <p:cNvPr id="8" name="Slide Number Placeholder 5"/>
          <p:cNvSpPr>
            <a:spLocks noGrp="1"/>
          </p:cNvSpPr>
          <p:nvPr>
            <p:ph type="sldNum" sz="quarter" idx="12"/>
          </p:nvPr>
        </p:nvSpPr>
        <p:spPr>
          <a:xfrm>
            <a:off x="3886200" y="6324600"/>
            <a:ext cx="685800" cy="381000"/>
          </a:xfrm>
          <a:solidFill>
            <a:schemeClr val="accent1"/>
          </a:solidFill>
        </p:spPr>
        <p:txBody>
          <a:bodyPr/>
          <a:lstStyle>
            <a:lvl1pPr>
              <a:defRPr>
                <a:solidFill>
                  <a:schemeClr val="bg1"/>
                </a:solidFill>
              </a:defRPr>
            </a:lvl1pPr>
          </a:lstStyle>
          <a:p>
            <a:fld id="{4326CE6F-D9CB-4ADC-ABE9-3EADDBF4F4B5}" type="slidenum">
              <a:rPr lang="en-US" smtClean="0"/>
              <a:pPr/>
              <a:t>‹#›</a:t>
            </a:fld>
            <a:endParaRPr lang="en-US"/>
          </a:p>
        </p:txBody>
      </p:sp>
    </p:spTree>
    <p:extLst>
      <p:ext uri="{BB962C8B-B14F-4D97-AF65-F5344CB8AC3E}">
        <p14:creationId xmlns="" xmlns:p14="http://schemas.microsoft.com/office/powerpoint/2010/main" val="1786318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85800" y="6248400"/>
            <a:ext cx="1905000" cy="457200"/>
          </a:xfrm>
          <a:prstGeom prst="rect">
            <a:avLst/>
          </a:prstGeom>
        </p:spPr>
        <p:txBody>
          <a:bodyPr/>
          <a:lstStyle>
            <a:lvl1pPr>
              <a:defRPr/>
            </a:lvl1pPr>
          </a:lstStyle>
          <a:p>
            <a:fld id="{1E064353-8404-4CFF-B46B-344580E69B86}" type="datetime1">
              <a:rPr lang="en-US" smtClean="0"/>
              <a:pPr/>
              <a:t>11/27/2016</a:t>
            </a:fld>
            <a:endParaRPr lang="en-US"/>
          </a:p>
        </p:txBody>
      </p:sp>
      <p:sp>
        <p:nvSpPr>
          <p:cNvPr id="6" name="Footer Placeholder 5"/>
          <p:cNvSpPr>
            <a:spLocks noGrp="1"/>
          </p:cNvSpPr>
          <p:nvPr>
            <p:ph type="ftr" sz="quarter" idx="11"/>
          </p:nvPr>
        </p:nvSpPr>
        <p:spPr>
          <a:xfrm>
            <a:off x="4800600" y="6248400"/>
            <a:ext cx="2895600" cy="457200"/>
          </a:xfrm>
          <a:prstGeom prst="rect">
            <a:avLst/>
          </a:prstGeom>
        </p:spPr>
        <p:txBody>
          <a:bodyPr/>
          <a:lstStyle>
            <a:lvl1pPr>
              <a:defRPr/>
            </a:lvl1pPr>
          </a:lstStyle>
          <a:p>
            <a:endParaRPr lang="en-US"/>
          </a:p>
        </p:txBody>
      </p:sp>
      <p:sp>
        <p:nvSpPr>
          <p:cNvPr id="8" name="Slide Number Placeholder 5"/>
          <p:cNvSpPr>
            <a:spLocks noGrp="1"/>
          </p:cNvSpPr>
          <p:nvPr>
            <p:ph type="sldNum" sz="quarter" idx="12"/>
          </p:nvPr>
        </p:nvSpPr>
        <p:spPr>
          <a:xfrm>
            <a:off x="3886200" y="6324600"/>
            <a:ext cx="685800" cy="381000"/>
          </a:xfrm>
          <a:solidFill>
            <a:schemeClr val="accent1"/>
          </a:solidFill>
        </p:spPr>
        <p:txBody>
          <a:bodyPr/>
          <a:lstStyle>
            <a:lvl1pPr>
              <a:defRPr>
                <a:solidFill>
                  <a:schemeClr val="bg1"/>
                </a:solidFill>
              </a:defRPr>
            </a:lvl1pPr>
          </a:lstStyle>
          <a:p>
            <a:fld id="{4326CE6F-D9CB-4ADC-ABE9-3EADDBF4F4B5}" type="slidenum">
              <a:rPr lang="en-US" smtClean="0"/>
              <a:pPr/>
              <a:t>‹#›</a:t>
            </a:fld>
            <a:endParaRPr lang="en-US"/>
          </a:p>
        </p:txBody>
      </p:sp>
    </p:spTree>
    <p:extLst>
      <p:ext uri="{BB962C8B-B14F-4D97-AF65-F5344CB8AC3E}">
        <p14:creationId xmlns="" xmlns:p14="http://schemas.microsoft.com/office/powerpoint/2010/main" val="4277117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85800" y="6248400"/>
            <a:ext cx="1905000" cy="457200"/>
          </a:xfrm>
          <a:prstGeom prst="rect">
            <a:avLst/>
          </a:prstGeom>
        </p:spPr>
        <p:txBody>
          <a:bodyPr/>
          <a:lstStyle>
            <a:lvl1pPr>
              <a:defRPr/>
            </a:lvl1pPr>
          </a:lstStyle>
          <a:p>
            <a:fld id="{CF1FBEC1-D047-43CC-B9A1-7D82FB3B98D9}" type="datetime1">
              <a:rPr lang="en-US" smtClean="0"/>
              <a:pPr/>
              <a:t>11/27/2016</a:t>
            </a:fld>
            <a:endParaRPr lang="en-US"/>
          </a:p>
        </p:txBody>
      </p:sp>
      <p:sp>
        <p:nvSpPr>
          <p:cNvPr id="5" name="Footer Placeholder 4"/>
          <p:cNvSpPr>
            <a:spLocks noGrp="1"/>
          </p:cNvSpPr>
          <p:nvPr>
            <p:ph type="ftr" sz="quarter" idx="11"/>
          </p:nvPr>
        </p:nvSpPr>
        <p:spPr>
          <a:xfrm>
            <a:off x="4800600" y="6248400"/>
            <a:ext cx="2895600" cy="457200"/>
          </a:xfrm>
          <a:prstGeom prst="rect">
            <a:avLst/>
          </a:prstGeom>
        </p:spPr>
        <p:txBody>
          <a:bodyPr/>
          <a:lstStyle>
            <a:lvl1pPr>
              <a:defRPr/>
            </a:lvl1pPr>
          </a:lstStyle>
          <a:p>
            <a:endParaRPr lang="en-US"/>
          </a:p>
        </p:txBody>
      </p:sp>
      <p:sp>
        <p:nvSpPr>
          <p:cNvPr id="7" name="Slide Number Placeholder 5"/>
          <p:cNvSpPr>
            <a:spLocks noGrp="1"/>
          </p:cNvSpPr>
          <p:nvPr>
            <p:ph type="sldNum" sz="quarter" idx="12"/>
          </p:nvPr>
        </p:nvSpPr>
        <p:spPr>
          <a:xfrm>
            <a:off x="3886200" y="6324600"/>
            <a:ext cx="685800" cy="381000"/>
          </a:xfrm>
          <a:solidFill>
            <a:schemeClr val="accent1"/>
          </a:solidFill>
        </p:spPr>
        <p:txBody>
          <a:bodyPr/>
          <a:lstStyle>
            <a:lvl1pPr>
              <a:defRPr>
                <a:solidFill>
                  <a:schemeClr val="bg1"/>
                </a:solidFill>
              </a:defRPr>
            </a:lvl1pPr>
          </a:lstStyle>
          <a:p>
            <a:fld id="{4326CE6F-D9CB-4ADC-ABE9-3EADDBF4F4B5}" type="slidenum">
              <a:rPr lang="en-US" smtClean="0"/>
              <a:pPr/>
              <a:t>‹#›</a:t>
            </a:fld>
            <a:endParaRPr lang="en-US"/>
          </a:p>
        </p:txBody>
      </p:sp>
    </p:spTree>
    <p:extLst>
      <p:ext uri="{BB962C8B-B14F-4D97-AF65-F5344CB8AC3E}">
        <p14:creationId xmlns="" xmlns:p14="http://schemas.microsoft.com/office/powerpoint/2010/main" val="1202121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43650" y="0"/>
            <a:ext cx="211455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619125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85800" y="6248400"/>
            <a:ext cx="1905000" cy="457200"/>
          </a:xfrm>
          <a:prstGeom prst="rect">
            <a:avLst/>
          </a:prstGeom>
        </p:spPr>
        <p:txBody>
          <a:bodyPr/>
          <a:lstStyle>
            <a:lvl1pPr>
              <a:defRPr/>
            </a:lvl1pPr>
          </a:lstStyle>
          <a:p>
            <a:fld id="{D8DE4558-FCB6-4973-A59E-59210497505F}" type="datetime1">
              <a:rPr lang="en-US" smtClean="0"/>
              <a:pPr/>
              <a:t>11/27/2016</a:t>
            </a:fld>
            <a:endParaRPr lang="en-US"/>
          </a:p>
        </p:txBody>
      </p:sp>
      <p:sp>
        <p:nvSpPr>
          <p:cNvPr id="5" name="Footer Placeholder 4"/>
          <p:cNvSpPr>
            <a:spLocks noGrp="1"/>
          </p:cNvSpPr>
          <p:nvPr>
            <p:ph type="ftr" sz="quarter" idx="11"/>
          </p:nvPr>
        </p:nvSpPr>
        <p:spPr>
          <a:xfrm>
            <a:off x="4800600" y="6248400"/>
            <a:ext cx="2895600" cy="457200"/>
          </a:xfrm>
          <a:prstGeom prst="rect">
            <a:avLst/>
          </a:prstGeom>
        </p:spPr>
        <p:txBody>
          <a:bodyPr/>
          <a:lstStyle>
            <a:lvl1pPr>
              <a:defRPr/>
            </a:lvl1pPr>
          </a:lstStyle>
          <a:p>
            <a:endParaRPr lang="en-US"/>
          </a:p>
        </p:txBody>
      </p:sp>
      <p:sp>
        <p:nvSpPr>
          <p:cNvPr id="7" name="Slide Number Placeholder 5"/>
          <p:cNvSpPr>
            <a:spLocks noGrp="1"/>
          </p:cNvSpPr>
          <p:nvPr>
            <p:ph type="sldNum" sz="quarter" idx="12"/>
          </p:nvPr>
        </p:nvSpPr>
        <p:spPr>
          <a:xfrm>
            <a:off x="3886200" y="6324600"/>
            <a:ext cx="685800" cy="381000"/>
          </a:xfrm>
          <a:solidFill>
            <a:schemeClr val="accent1"/>
          </a:solidFill>
        </p:spPr>
        <p:txBody>
          <a:bodyPr/>
          <a:lstStyle>
            <a:lvl1pPr>
              <a:defRPr>
                <a:solidFill>
                  <a:schemeClr val="bg1"/>
                </a:solidFill>
              </a:defRPr>
            </a:lvl1pPr>
          </a:lstStyle>
          <a:p>
            <a:fld id="{4326CE6F-D9CB-4ADC-ABE9-3EADDBF4F4B5}" type="slidenum">
              <a:rPr lang="en-US" smtClean="0"/>
              <a:pPr/>
              <a:t>‹#›</a:t>
            </a:fld>
            <a:endParaRPr lang="en-US"/>
          </a:p>
        </p:txBody>
      </p:sp>
    </p:spTree>
    <p:extLst>
      <p:ext uri="{BB962C8B-B14F-4D97-AF65-F5344CB8AC3E}">
        <p14:creationId xmlns="" xmlns:p14="http://schemas.microsoft.com/office/powerpoint/2010/main" val="37014255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4530"/>
            <a:ext cx="6858000" cy="2387600"/>
          </a:xfrm>
        </p:spPr>
        <p:txBody>
          <a:bodyPr anchor="b">
            <a:normAutofit/>
          </a:bodyPr>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1800">
                <a:solidFill>
                  <a:schemeClr val="tx1">
                    <a:lumMod val="75000"/>
                    <a:lumOff val="25000"/>
                  </a:schemeClr>
                </a:solidFill>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02A3878-CA4E-42D5-A45B-B3ED47EE4FB1}" type="datetime1">
              <a:rPr lang="en-US" smtClean="0"/>
              <a:pPr/>
              <a:t>11/27/2016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F71B0-1015-4D31-8384-23A63624B7DC}" type="slidenum">
              <a:rPr lang="en-US" smtClean="0"/>
              <a:pPr/>
              <a:t>‹#›</a:t>
            </a:fld>
            <a:endParaRPr lang="en-US"/>
          </a:p>
        </p:txBody>
      </p:sp>
    </p:spTree>
    <p:extLst>
      <p:ext uri="{BB962C8B-B14F-4D97-AF65-F5344CB8AC3E}">
        <p14:creationId xmlns="" xmlns:p14="http://schemas.microsoft.com/office/powerpoint/2010/main" val="24964004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870F39-4218-4D3D-940C-FBE94BC27872}" type="datetime1">
              <a:rPr lang="en-US" smtClean="0"/>
              <a:pPr/>
              <a:t>11/27/2016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F71B0-1015-4D31-8384-23A63624B7DC}" type="slidenum">
              <a:rPr lang="en-US" smtClean="0"/>
              <a:pPr/>
              <a:t>‹#›</a:t>
            </a:fld>
            <a:endParaRPr lang="en-US"/>
          </a:p>
        </p:txBody>
      </p:sp>
    </p:spTree>
    <p:extLst>
      <p:ext uri="{BB962C8B-B14F-4D97-AF65-F5344CB8AC3E}">
        <p14:creationId xmlns="" xmlns:p14="http://schemas.microsoft.com/office/powerpoint/2010/main" val="13750928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12423"/>
            <a:ext cx="7886700" cy="2851208"/>
          </a:xfrm>
        </p:spPr>
        <p:txBody>
          <a:bodyPr anchor="b">
            <a:normAutofit/>
          </a:bodyPr>
          <a:lstStyle>
            <a:lvl1pPr>
              <a:defRPr sz="4500" b="0"/>
            </a:lvl1pPr>
          </a:lstStyle>
          <a:p>
            <a:r>
              <a:rPr lang="en-US"/>
              <a:t>Click to edit Master title style</a:t>
            </a:r>
            <a:endParaRPr lang="en-US" dirty="0"/>
          </a:p>
        </p:txBody>
      </p:sp>
      <p:sp>
        <p:nvSpPr>
          <p:cNvPr id="3" name="Text Placeholder 2"/>
          <p:cNvSpPr>
            <a:spLocks noGrp="1"/>
          </p:cNvSpPr>
          <p:nvPr>
            <p:ph type="body" idx="1"/>
          </p:nvPr>
        </p:nvSpPr>
        <p:spPr>
          <a:xfrm>
            <a:off x="623888" y="4552634"/>
            <a:ext cx="7886700" cy="1500187"/>
          </a:xfrm>
        </p:spPr>
        <p:txBody>
          <a:bodyPr anchor="t">
            <a:normAutofit/>
          </a:bodyPr>
          <a:lstStyle>
            <a:lvl1pPr marL="0" indent="0">
              <a:buNone/>
              <a:defRPr sz="180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6E443D-CA95-47AB-A20E-88E2C54F1F0F}" type="datetime1">
              <a:rPr lang="en-US" smtClean="0"/>
              <a:pPr/>
              <a:t>11/27/2016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F71B0-1015-4D31-8384-23A63624B7DC}" type="slidenum">
              <a:rPr lang="en-US" smtClean="0"/>
              <a:pPr/>
              <a:t>‹#›</a:t>
            </a:fld>
            <a:endParaRPr lang="en-US"/>
          </a:p>
        </p:txBody>
      </p:sp>
    </p:spTree>
    <p:extLst>
      <p:ext uri="{BB962C8B-B14F-4D97-AF65-F5344CB8AC3E}">
        <p14:creationId xmlns="" xmlns:p14="http://schemas.microsoft.com/office/powerpoint/2010/main" val="34100150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33845" y="1828801"/>
            <a:ext cx="38862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8801"/>
            <a:ext cx="38862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244628F-B910-4805-86A2-4763E016FFCC}" type="datetime1">
              <a:rPr lang="en-US" smtClean="0"/>
              <a:pPr/>
              <a:t>11/27/2016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9F71B0-1015-4D31-8384-23A63624B7DC}" type="slidenum">
              <a:rPr lang="en-US" smtClean="0"/>
              <a:pPr/>
              <a:t>‹#›</a:t>
            </a:fld>
            <a:endParaRPr lang="en-US"/>
          </a:p>
        </p:txBody>
      </p:sp>
    </p:spTree>
    <p:extLst>
      <p:ext uri="{BB962C8B-B14F-4D97-AF65-F5344CB8AC3E}">
        <p14:creationId xmlns="" xmlns:p14="http://schemas.microsoft.com/office/powerpoint/2010/main" val="39496400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33845" y="1681851"/>
            <a:ext cx="3867150" cy="825699"/>
          </a:xfrm>
        </p:spPr>
        <p:txBody>
          <a:bodyPr anchor="b">
            <a:normAutofit/>
          </a:bodyP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33845" y="2507551"/>
            <a:ext cx="3867150" cy="3680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851"/>
            <a:ext cx="3886201" cy="825698"/>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7551"/>
            <a:ext cx="3886201" cy="3680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6BEB431-A4FA-41FC-B1C1-B46B1C77FA9A}" type="datetime1">
              <a:rPr lang="en-US" smtClean="0"/>
              <a:pPr/>
              <a:t>11/27/2016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49F71B0-1015-4D31-8384-23A63624B7DC}" type="slidenum">
              <a:rPr lang="en-US" smtClean="0"/>
              <a:pPr/>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 xmlns:p14="http://schemas.microsoft.com/office/powerpoint/2010/main" val="37182756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E03EAE6-834A-45EB-9F56-A690D30B47C8}" type="datetime1">
              <a:rPr lang="en-US" smtClean="0"/>
              <a:pPr/>
              <a:t>11/27/2016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49F71B0-1015-4D31-8384-23A63624B7DC}" type="slidenum">
              <a:rPr lang="en-US" smtClean="0"/>
              <a:pPr/>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 xmlns:p14="http://schemas.microsoft.com/office/powerpoint/2010/main" val="25535093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6988B3-8DA7-4FE1-A083-3A9461A8FE69}" type="datetime1">
              <a:rPr lang="en-US" smtClean="0"/>
              <a:pPr/>
              <a:t>11/27/2016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49F71B0-1015-4D31-8384-23A63624B7DC}" type="slidenum">
              <a:rPr lang="en-US" smtClean="0"/>
              <a:pPr/>
              <a:t>‹#›</a:t>
            </a:fld>
            <a:endParaRPr lang="en-US"/>
          </a:p>
        </p:txBody>
      </p:sp>
    </p:spTree>
    <p:extLst>
      <p:ext uri="{BB962C8B-B14F-4D97-AF65-F5344CB8AC3E}">
        <p14:creationId xmlns="" xmlns:p14="http://schemas.microsoft.com/office/powerpoint/2010/main" val="17851525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1"/>
            <a:ext cx="2948940" cy="1600197"/>
          </a:xfrm>
        </p:spPr>
        <p:txBody>
          <a:bodyPr anchor="b">
            <a:normAutofit/>
          </a:bodyPr>
          <a:lstStyle>
            <a:lvl1pPr>
              <a:defRPr sz="2400" b="0"/>
            </a:lvl1pPr>
          </a:lstStyle>
          <a:p>
            <a:r>
              <a:rPr lang="en-US"/>
              <a:t>Click to edit Master title style</a:t>
            </a:r>
            <a:endParaRPr lang="en-US" dirty="0"/>
          </a:p>
        </p:txBody>
      </p:sp>
      <p:sp>
        <p:nvSpPr>
          <p:cNvPr id="3" name="Content Placeholder 2"/>
          <p:cNvSpPr>
            <a:spLocks noGrp="1"/>
          </p:cNvSpPr>
          <p:nvPr>
            <p:ph idx="1"/>
          </p:nvPr>
        </p:nvSpPr>
        <p:spPr>
          <a:xfrm>
            <a:off x="3886200" y="990600"/>
            <a:ext cx="4629150" cy="48768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30936" y="2057399"/>
            <a:ext cx="2948940" cy="3810001"/>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64C9DED3-0873-4E61-A7CC-03AA5EF87ABF}" type="datetime1">
              <a:rPr lang="en-US" smtClean="0"/>
              <a:pPr/>
              <a:t>11/27/2016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9F71B0-1015-4D31-8384-23A63624B7DC}" type="slidenum">
              <a:rPr lang="en-US" smtClean="0"/>
              <a:pPr/>
              <a:t>‹#›</a:t>
            </a:fld>
            <a:endParaRPr lang="en-US"/>
          </a:p>
        </p:txBody>
      </p:sp>
    </p:spTree>
    <p:extLst>
      <p:ext uri="{BB962C8B-B14F-4D97-AF65-F5344CB8AC3E}">
        <p14:creationId xmlns="" xmlns:p14="http://schemas.microsoft.com/office/powerpoint/2010/main" val="34398060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0"/>
            <a:ext cx="2948940" cy="1600200"/>
          </a:xfrm>
        </p:spPr>
        <p:txBody>
          <a:bodyPr anchor="b">
            <a:normAutofit/>
          </a:bodyPr>
          <a:lstStyle>
            <a:lvl1pPr>
              <a:defRPr sz="2400" b="0"/>
            </a:lvl1pPr>
          </a:lstStyle>
          <a:p>
            <a:r>
              <a:rPr lang="en-US"/>
              <a:t>Click to edit Master title style</a:t>
            </a:r>
            <a:endParaRPr lang="en-US" dirty="0"/>
          </a:p>
        </p:txBody>
      </p:sp>
      <p:sp>
        <p:nvSpPr>
          <p:cNvPr id="3" name="Picture Placeholder 2"/>
          <p:cNvSpPr>
            <a:spLocks noGrp="1"/>
          </p:cNvSpPr>
          <p:nvPr>
            <p:ph type="pic" idx="1"/>
          </p:nvPr>
        </p:nvSpPr>
        <p:spPr>
          <a:xfrm>
            <a:off x="3886200" y="990600"/>
            <a:ext cx="4629150" cy="4876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30936" y="2057400"/>
            <a:ext cx="2948940" cy="3810000"/>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A0345856-B886-4F36-90BB-8E67F054D84F}" type="datetime1">
              <a:rPr lang="en-US" smtClean="0"/>
              <a:pPr/>
              <a:t>11/27/2016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9F71B0-1015-4D31-8384-23A63624B7DC}" type="slidenum">
              <a:rPr lang="en-US" smtClean="0"/>
              <a:pPr/>
              <a:t>‹#›</a:t>
            </a:fld>
            <a:endParaRPr lang="en-US"/>
          </a:p>
        </p:txBody>
      </p:sp>
    </p:spTree>
    <p:extLst>
      <p:ext uri="{BB962C8B-B14F-4D97-AF65-F5344CB8AC3E}">
        <p14:creationId xmlns="" xmlns:p14="http://schemas.microsoft.com/office/powerpoint/2010/main" val="36394371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526902-FDE9-4F94-B45B-29DC34DE6465}" type="datetime1">
              <a:rPr lang="en-US" smtClean="0"/>
              <a:pPr/>
              <a:t>11/27/2016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F71B0-1015-4D31-8384-23A63624B7DC}" type="slidenum">
              <a:rPr lang="en-US" smtClean="0"/>
              <a:pPr/>
              <a:t>‹#›</a:t>
            </a:fld>
            <a:endParaRPr lang="en-US"/>
          </a:p>
        </p:txBody>
      </p:sp>
    </p:spTree>
    <p:extLst>
      <p:ext uri="{BB962C8B-B14F-4D97-AF65-F5344CB8AC3E}">
        <p14:creationId xmlns="" xmlns:p14="http://schemas.microsoft.com/office/powerpoint/2010/main" val="36483937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0362"/>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0363"/>
            <a:ext cx="5800725" cy="58118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4E424C6-F625-482F-A801-246054FDDFBA}" type="datetime1">
              <a:rPr lang="en-US" smtClean="0"/>
              <a:pPr/>
              <a:t>11/27/2016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F71B0-1015-4D31-8384-23A63624B7DC}" type="slidenum">
              <a:rPr lang="en-US" smtClean="0"/>
              <a:pPr/>
              <a:t>‹#›</a:t>
            </a:fld>
            <a:endParaRPr lang="en-US"/>
          </a:p>
        </p:txBody>
      </p:sp>
    </p:spTree>
    <p:extLst>
      <p:ext uri="{BB962C8B-B14F-4D97-AF65-F5344CB8AC3E}">
        <p14:creationId xmlns="" xmlns:p14="http://schemas.microsoft.com/office/powerpoint/2010/main" val="24209105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37E18DF1-6920-458F-B5A7-1A16CE8CFC55}" type="datetime1">
              <a:rPr lang="en-US" smtClean="0"/>
              <a:pPr/>
              <a:t>11/27/2016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B81F22-A74F-469E-96BF-1BA5F4DB6F9D}" type="slidenum">
              <a:rPr lang="en-US" smtClean="0"/>
              <a:pPr/>
              <a:t>‹#›</a:t>
            </a:fld>
            <a:endParaRPr lang="en-US"/>
          </a:p>
        </p:txBody>
      </p:sp>
    </p:spTree>
    <p:extLst>
      <p:ext uri="{BB962C8B-B14F-4D97-AF65-F5344CB8AC3E}">
        <p14:creationId xmlns="" xmlns:p14="http://schemas.microsoft.com/office/powerpoint/2010/main" val="21627266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112033"/>
            <a:ext cx="7886700" cy="859516"/>
          </a:xfrm>
        </p:spPr>
        <p:txBody>
          <a:bodyPr/>
          <a:lstStyle>
            <a:lvl1pPr algn="ctr">
              <a:defRPr>
                <a:solidFill>
                  <a:srgbClr val="0033CC"/>
                </a:solidFill>
                <a:latin typeface="Arial Rounded MT Bold" panose="020F0704030504030204" pitchFamily="34" charset="0"/>
              </a:defRPr>
            </a:lvl1pPr>
          </a:lstStyle>
          <a:p>
            <a:r>
              <a:rPr lang="en-US"/>
              <a:t>Click to edit Master title style</a:t>
            </a:r>
          </a:p>
        </p:txBody>
      </p:sp>
      <p:sp>
        <p:nvSpPr>
          <p:cNvPr id="3" name="Content Placeholder 2"/>
          <p:cNvSpPr>
            <a:spLocks noGrp="1"/>
          </p:cNvSpPr>
          <p:nvPr>
            <p:ph idx="1"/>
          </p:nvPr>
        </p:nvSpPr>
        <p:spPr>
          <a:xfrm>
            <a:off x="628650" y="1216479"/>
            <a:ext cx="7886700" cy="4960484"/>
          </a:xfrm>
        </p:spPr>
        <p:txBody>
          <a:bodyPr/>
          <a:lstStyle>
            <a:lvl2pPr marL="514350" indent="-171450">
              <a:buFont typeface="Calibri" panose="020F0502020204030204" pitchFamily="34" charset="0"/>
              <a:buChar char="ꟷ"/>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C24C88-249F-4829-9A3D-77D7BE5C73AE}" type="datetime1">
              <a:rPr lang="en-US" smtClean="0"/>
              <a:pPr/>
              <a:t>11/27/2016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26CE6F-D9CB-4ADC-ABE9-3EADDBF4F4B5}" type="slidenum">
              <a:rPr lang="en-US" smtClean="0"/>
              <a:pPr/>
              <a:t>‹#›</a:t>
            </a:fld>
            <a:endParaRPr lang="en-US"/>
          </a:p>
        </p:txBody>
      </p:sp>
    </p:spTree>
    <p:extLst>
      <p:ext uri="{BB962C8B-B14F-4D97-AF65-F5344CB8AC3E}">
        <p14:creationId xmlns="" xmlns:p14="http://schemas.microsoft.com/office/powerpoint/2010/main" val="18863685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548C7A8-B201-4378-AD6E-F6CF5A7A9C8F}" type="datetime1">
              <a:rPr lang="en-US" smtClean="0"/>
              <a:pPr/>
              <a:t>11/27/2016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B81F22-A74F-469E-96BF-1BA5F4DB6F9D}" type="slidenum">
              <a:rPr lang="en-US" smtClean="0"/>
              <a:pPr/>
              <a:t>‹#›</a:t>
            </a:fld>
            <a:endParaRPr lang="en-US"/>
          </a:p>
        </p:txBody>
      </p:sp>
    </p:spTree>
    <p:extLst>
      <p:ext uri="{BB962C8B-B14F-4D97-AF65-F5344CB8AC3E}">
        <p14:creationId xmlns="" xmlns:p14="http://schemas.microsoft.com/office/powerpoint/2010/main" val="39234010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422A510-A5AB-409F-A157-DE7D6841A30F}" type="datetime1">
              <a:rPr lang="en-US" smtClean="0"/>
              <a:pPr/>
              <a:t>11/27/2016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26CE6F-D9CB-4ADC-ABE9-3EADDBF4F4B5}" type="slidenum">
              <a:rPr lang="en-US" smtClean="0"/>
              <a:pPr/>
              <a:t>‹#›</a:t>
            </a:fld>
            <a:endParaRPr lang="en-US"/>
          </a:p>
        </p:txBody>
      </p:sp>
    </p:spTree>
    <p:extLst>
      <p:ext uri="{BB962C8B-B14F-4D97-AF65-F5344CB8AC3E}">
        <p14:creationId xmlns="" xmlns:p14="http://schemas.microsoft.com/office/powerpoint/2010/main" val="27396127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31F879C-7319-46C1-8B5E-73EF5B09EAF8}" type="datetime1">
              <a:rPr lang="en-US" smtClean="0"/>
              <a:pPr/>
              <a:t>11/27/2016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326CE6F-D9CB-4ADC-ABE9-3EADDBF4F4B5}" type="slidenum">
              <a:rPr lang="en-US" smtClean="0"/>
              <a:pPr/>
              <a:t>‹#›</a:t>
            </a:fld>
            <a:endParaRPr lang="en-US"/>
          </a:p>
        </p:txBody>
      </p:sp>
    </p:spTree>
    <p:extLst>
      <p:ext uri="{BB962C8B-B14F-4D97-AF65-F5344CB8AC3E}">
        <p14:creationId xmlns="" xmlns:p14="http://schemas.microsoft.com/office/powerpoint/2010/main" val="56781064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4F34D60-4D3D-4EAA-8C7C-8F03507F7B03}" type="datetime1">
              <a:rPr lang="en-US" smtClean="0"/>
              <a:pPr/>
              <a:t>11/27/2016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326CE6F-D9CB-4ADC-ABE9-3EADDBF4F4B5}" type="slidenum">
              <a:rPr lang="en-US" smtClean="0"/>
              <a:pPr/>
              <a:t>‹#›</a:t>
            </a:fld>
            <a:endParaRPr lang="en-US"/>
          </a:p>
        </p:txBody>
      </p:sp>
    </p:spTree>
    <p:extLst>
      <p:ext uri="{BB962C8B-B14F-4D97-AF65-F5344CB8AC3E}">
        <p14:creationId xmlns="" xmlns:p14="http://schemas.microsoft.com/office/powerpoint/2010/main" val="2468078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A766C2-0F54-4923-AC0A-682A1BCB9202}" type="datetime1">
              <a:rPr lang="en-US" smtClean="0"/>
              <a:pPr/>
              <a:t>11/27/2016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326CE6F-D9CB-4ADC-ABE9-3EADDBF4F4B5}" type="slidenum">
              <a:rPr lang="en-US" smtClean="0"/>
              <a:pPr/>
              <a:t>‹#›</a:t>
            </a:fld>
            <a:endParaRPr lang="en-US"/>
          </a:p>
        </p:txBody>
      </p:sp>
    </p:spTree>
    <p:extLst>
      <p:ext uri="{BB962C8B-B14F-4D97-AF65-F5344CB8AC3E}">
        <p14:creationId xmlns="" xmlns:p14="http://schemas.microsoft.com/office/powerpoint/2010/main" val="20556892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2A0692BA-0501-42F1-86B1-C10934243E4E}" type="datetime1">
              <a:rPr lang="en-US" smtClean="0"/>
              <a:pPr/>
              <a:t>11/27/2016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26CE6F-D9CB-4ADC-ABE9-3EADDBF4F4B5}" type="slidenum">
              <a:rPr lang="en-US" smtClean="0"/>
              <a:pPr/>
              <a:t>‹#›</a:t>
            </a:fld>
            <a:endParaRPr lang="en-US"/>
          </a:p>
        </p:txBody>
      </p:sp>
    </p:spTree>
    <p:extLst>
      <p:ext uri="{BB962C8B-B14F-4D97-AF65-F5344CB8AC3E}">
        <p14:creationId xmlns="" xmlns:p14="http://schemas.microsoft.com/office/powerpoint/2010/main" val="162790140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1E064353-8404-4CFF-B46B-344580E69B86}" type="datetime1">
              <a:rPr lang="en-US" smtClean="0"/>
              <a:pPr/>
              <a:t>11/27/2016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26CE6F-D9CB-4ADC-ABE9-3EADDBF4F4B5}" type="slidenum">
              <a:rPr lang="en-US" smtClean="0"/>
              <a:pPr/>
              <a:t>‹#›</a:t>
            </a:fld>
            <a:endParaRPr lang="en-US"/>
          </a:p>
        </p:txBody>
      </p:sp>
    </p:spTree>
    <p:extLst>
      <p:ext uri="{BB962C8B-B14F-4D97-AF65-F5344CB8AC3E}">
        <p14:creationId xmlns="" xmlns:p14="http://schemas.microsoft.com/office/powerpoint/2010/main" val="24230695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F1FBEC1-D047-43CC-B9A1-7D82FB3B98D9}" type="datetime1">
              <a:rPr lang="en-US" smtClean="0"/>
              <a:pPr/>
              <a:t>11/27/2016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26CE6F-D9CB-4ADC-ABE9-3EADDBF4F4B5}" type="slidenum">
              <a:rPr lang="en-US" smtClean="0"/>
              <a:pPr/>
              <a:t>‹#›</a:t>
            </a:fld>
            <a:endParaRPr lang="en-US"/>
          </a:p>
        </p:txBody>
      </p:sp>
    </p:spTree>
    <p:extLst>
      <p:ext uri="{BB962C8B-B14F-4D97-AF65-F5344CB8AC3E}">
        <p14:creationId xmlns="" xmlns:p14="http://schemas.microsoft.com/office/powerpoint/2010/main" val="179920056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8DE4558-FCB6-4973-A59E-59210497505F}" type="datetime1">
              <a:rPr lang="en-US" smtClean="0"/>
              <a:pPr/>
              <a:t>11/27/2016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26CE6F-D9CB-4ADC-ABE9-3EADDBF4F4B5}" type="slidenum">
              <a:rPr lang="en-US" smtClean="0"/>
              <a:pPr/>
              <a:t>‹#›</a:t>
            </a:fld>
            <a:endParaRPr lang="en-US"/>
          </a:p>
        </p:txBody>
      </p:sp>
    </p:spTree>
    <p:extLst>
      <p:ext uri="{BB962C8B-B14F-4D97-AF65-F5344CB8AC3E}">
        <p14:creationId xmlns="" xmlns:p14="http://schemas.microsoft.com/office/powerpoint/2010/main" val="30857085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4530"/>
            <a:ext cx="6858000" cy="2387600"/>
          </a:xfrm>
        </p:spPr>
        <p:txBody>
          <a:bodyPr anchor="b">
            <a:normAutofit/>
          </a:bodyPr>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1800">
                <a:solidFill>
                  <a:schemeClr val="tx1">
                    <a:lumMod val="75000"/>
                    <a:lumOff val="25000"/>
                  </a:schemeClr>
                </a:solidFill>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02A3878-CA4E-42D5-A45B-B3ED47EE4FB1}" type="datetime1">
              <a:rPr lang="en-US" smtClean="0"/>
              <a:pPr/>
              <a:t>11/27/2016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F71B0-1015-4D31-8384-23A63624B7DC}" type="slidenum">
              <a:rPr lang="en-US" smtClean="0"/>
              <a:pPr/>
              <a:t>‹#›</a:t>
            </a:fld>
            <a:endParaRPr lang="en-US"/>
          </a:p>
        </p:txBody>
      </p:sp>
    </p:spTree>
    <p:extLst>
      <p:ext uri="{BB962C8B-B14F-4D97-AF65-F5344CB8AC3E}">
        <p14:creationId xmlns="" xmlns:p14="http://schemas.microsoft.com/office/powerpoint/2010/main" val="29867278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870F39-4218-4D3D-940C-FBE94BC27872}" type="datetime1">
              <a:rPr lang="en-US" smtClean="0"/>
              <a:pPr/>
              <a:t>11/27/2016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F71B0-1015-4D31-8384-23A63624B7DC}" type="slidenum">
              <a:rPr lang="en-US" smtClean="0"/>
              <a:pPr/>
              <a:t>‹#›</a:t>
            </a:fld>
            <a:endParaRPr lang="en-US"/>
          </a:p>
        </p:txBody>
      </p:sp>
    </p:spTree>
    <p:extLst>
      <p:ext uri="{BB962C8B-B14F-4D97-AF65-F5344CB8AC3E}">
        <p14:creationId xmlns="" xmlns:p14="http://schemas.microsoft.com/office/powerpoint/2010/main" val="181565051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12423"/>
            <a:ext cx="7886700" cy="2851208"/>
          </a:xfrm>
        </p:spPr>
        <p:txBody>
          <a:bodyPr anchor="b">
            <a:normAutofit/>
          </a:bodyPr>
          <a:lstStyle>
            <a:lvl1pPr>
              <a:defRPr sz="4500" b="0"/>
            </a:lvl1pPr>
          </a:lstStyle>
          <a:p>
            <a:r>
              <a:rPr lang="en-US"/>
              <a:t>Click to edit Master title style</a:t>
            </a:r>
            <a:endParaRPr lang="en-US" dirty="0"/>
          </a:p>
        </p:txBody>
      </p:sp>
      <p:sp>
        <p:nvSpPr>
          <p:cNvPr id="3" name="Text Placeholder 2"/>
          <p:cNvSpPr>
            <a:spLocks noGrp="1"/>
          </p:cNvSpPr>
          <p:nvPr>
            <p:ph type="body" idx="1"/>
          </p:nvPr>
        </p:nvSpPr>
        <p:spPr>
          <a:xfrm>
            <a:off x="623888" y="4552634"/>
            <a:ext cx="7886700" cy="1500187"/>
          </a:xfrm>
        </p:spPr>
        <p:txBody>
          <a:bodyPr anchor="t">
            <a:normAutofit/>
          </a:bodyPr>
          <a:lstStyle>
            <a:lvl1pPr marL="0" indent="0">
              <a:buNone/>
              <a:defRPr sz="180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66E443D-CA95-47AB-A20E-88E2C54F1F0F}" type="datetime1">
              <a:rPr lang="en-US" smtClean="0"/>
              <a:pPr/>
              <a:t>11/27/2016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F71B0-1015-4D31-8384-23A63624B7DC}" type="slidenum">
              <a:rPr lang="en-US" smtClean="0"/>
              <a:pPr/>
              <a:t>‹#›</a:t>
            </a:fld>
            <a:endParaRPr lang="en-US"/>
          </a:p>
        </p:txBody>
      </p:sp>
    </p:spTree>
    <p:extLst>
      <p:ext uri="{BB962C8B-B14F-4D97-AF65-F5344CB8AC3E}">
        <p14:creationId xmlns="" xmlns:p14="http://schemas.microsoft.com/office/powerpoint/2010/main" val="162437612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33845" y="1828801"/>
            <a:ext cx="3886200" cy="43513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8801"/>
            <a:ext cx="3886200" cy="43513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244628F-B910-4805-86A2-4763E016FFCC}" type="datetime1">
              <a:rPr lang="en-US" smtClean="0"/>
              <a:pPr/>
              <a:t>11/27/2016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9F71B0-1015-4D31-8384-23A63624B7DC}" type="slidenum">
              <a:rPr lang="en-US" smtClean="0"/>
              <a:pPr/>
              <a:t>‹#›</a:t>
            </a:fld>
            <a:endParaRPr lang="en-US"/>
          </a:p>
        </p:txBody>
      </p:sp>
    </p:spTree>
    <p:extLst>
      <p:ext uri="{BB962C8B-B14F-4D97-AF65-F5344CB8AC3E}">
        <p14:creationId xmlns="" xmlns:p14="http://schemas.microsoft.com/office/powerpoint/2010/main" val="191278194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33845" y="1681851"/>
            <a:ext cx="3867150" cy="825699"/>
          </a:xfrm>
        </p:spPr>
        <p:txBody>
          <a:bodyPr anchor="b">
            <a:normAutofit/>
          </a:bodyP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33845" y="2507551"/>
            <a:ext cx="3867150" cy="36805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851"/>
            <a:ext cx="3886201" cy="825698"/>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7551"/>
            <a:ext cx="3886201" cy="36805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6BEB431-A4FA-41FC-B1C1-B46B1C77FA9A}" type="datetime1">
              <a:rPr lang="en-US" smtClean="0"/>
              <a:pPr/>
              <a:t>11/27/2016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49F71B0-1015-4D31-8384-23A63624B7DC}" type="slidenum">
              <a:rPr lang="en-US" smtClean="0"/>
              <a:pPr/>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 xmlns:p14="http://schemas.microsoft.com/office/powerpoint/2010/main" val="293963220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E03EAE6-834A-45EB-9F56-A690D30B47C8}" type="datetime1">
              <a:rPr lang="en-US" smtClean="0"/>
              <a:pPr/>
              <a:t>11/27/2016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49F71B0-1015-4D31-8384-23A63624B7DC}" type="slidenum">
              <a:rPr lang="en-US" smtClean="0"/>
              <a:pPr/>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 xmlns:p14="http://schemas.microsoft.com/office/powerpoint/2010/main" val="24390198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6988B3-8DA7-4FE1-A083-3A9461A8FE69}" type="datetime1">
              <a:rPr lang="en-US" smtClean="0"/>
              <a:pPr/>
              <a:t>11/27/2016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49F71B0-1015-4D31-8384-23A63624B7DC}" type="slidenum">
              <a:rPr lang="en-US" smtClean="0"/>
              <a:pPr/>
              <a:t>‹#›</a:t>
            </a:fld>
            <a:endParaRPr lang="en-US"/>
          </a:p>
        </p:txBody>
      </p:sp>
    </p:spTree>
    <p:extLst>
      <p:ext uri="{BB962C8B-B14F-4D97-AF65-F5344CB8AC3E}">
        <p14:creationId xmlns="" xmlns:p14="http://schemas.microsoft.com/office/powerpoint/2010/main" val="38650307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1"/>
            <a:ext cx="2948940" cy="1600197"/>
          </a:xfrm>
        </p:spPr>
        <p:txBody>
          <a:bodyPr anchor="b">
            <a:normAutofit/>
          </a:bodyPr>
          <a:lstStyle>
            <a:lvl1pPr>
              <a:defRPr sz="2400" b="0"/>
            </a:lvl1pPr>
          </a:lstStyle>
          <a:p>
            <a:r>
              <a:rPr lang="en-US"/>
              <a:t>Click to edit Master title style</a:t>
            </a:r>
            <a:endParaRPr lang="en-US" dirty="0"/>
          </a:p>
        </p:txBody>
      </p:sp>
      <p:sp>
        <p:nvSpPr>
          <p:cNvPr id="3" name="Content Placeholder 2"/>
          <p:cNvSpPr>
            <a:spLocks noGrp="1"/>
          </p:cNvSpPr>
          <p:nvPr>
            <p:ph idx="1"/>
          </p:nvPr>
        </p:nvSpPr>
        <p:spPr>
          <a:xfrm>
            <a:off x="3886200" y="990600"/>
            <a:ext cx="4629150" cy="48768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30936" y="2057399"/>
            <a:ext cx="2948940" cy="3810001"/>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fld id="{64C9DED3-0873-4E61-A7CC-03AA5EF87ABF}" type="datetime1">
              <a:rPr lang="en-US" smtClean="0"/>
              <a:pPr/>
              <a:t>11/27/2016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9F71B0-1015-4D31-8384-23A63624B7DC}" type="slidenum">
              <a:rPr lang="en-US" smtClean="0"/>
              <a:pPr/>
              <a:t>‹#›</a:t>
            </a:fld>
            <a:endParaRPr lang="en-US"/>
          </a:p>
        </p:txBody>
      </p:sp>
    </p:spTree>
    <p:extLst>
      <p:ext uri="{BB962C8B-B14F-4D97-AF65-F5344CB8AC3E}">
        <p14:creationId xmlns="" xmlns:p14="http://schemas.microsoft.com/office/powerpoint/2010/main" val="126554468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0"/>
            <a:ext cx="2948940" cy="1600200"/>
          </a:xfrm>
        </p:spPr>
        <p:txBody>
          <a:bodyPr anchor="b">
            <a:normAutofit/>
          </a:bodyPr>
          <a:lstStyle>
            <a:lvl1pPr>
              <a:defRPr sz="2400" b="0"/>
            </a:lvl1pPr>
          </a:lstStyle>
          <a:p>
            <a:r>
              <a:rPr lang="en-US"/>
              <a:t>Click to edit Master title style</a:t>
            </a:r>
            <a:endParaRPr lang="en-US" dirty="0"/>
          </a:p>
        </p:txBody>
      </p:sp>
      <p:sp>
        <p:nvSpPr>
          <p:cNvPr id="3" name="Picture Placeholder 2"/>
          <p:cNvSpPr>
            <a:spLocks noGrp="1"/>
          </p:cNvSpPr>
          <p:nvPr>
            <p:ph type="pic" idx="1"/>
          </p:nvPr>
        </p:nvSpPr>
        <p:spPr>
          <a:xfrm>
            <a:off x="3886200" y="990600"/>
            <a:ext cx="4629150" cy="4876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30936" y="2057400"/>
            <a:ext cx="2948940" cy="3810000"/>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fld id="{A0345856-B886-4F36-90BB-8E67F054D84F}" type="datetime1">
              <a:rPr lang="en-US" smtClean="0"/>
              <a:pPr/>
              <a:t>11/27/2016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9F71B0-1015-4D31-8384-23A63624B7DC}" type="slidenum">
              <a:rPr lang="en-US" smtClean="0"/>
              <a:pPr/>
              <a:t>‹#›</a:t>
            </a:fld>
            <a:endParaRPr lang="en-US"/>
          </a:p>
        </p:txBody>
      </p:sp>
    </p:spTree>
    <p:extLst>
      <p:ext uri="{BB962C8B-B14F-4D97-AF65-F5344CB8AC3E}">
        <p14:creationId xmlns="" xmlns:p14="http://schemas.microsoft.com/office/powerpoint/2010/main" val="120471904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526902-FDE9-4F94-B45B-29DC34DE6465}" type="datetime1">
              <a:rPr lang="en-US" smtClean="0"/>
              <a:pPr/>
              <a:t>11/27/2016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F71B0-1015-4D31-8384-23A63624B7DC}" type="slidenum">
              <a:rPr lang="en-US" smtClean="0"/>
              <a:pPr/>
              <a:t>‹#›</a:t>
            </a:fld>
            <a:endParaRPr lang="en-US"/>
          </a:p>
        </p:txBody>
      </p:sp>
    </p:spTree>
    <p:extLst>
      <p:ext uri="{BB962C8B-B14F-4D97-AF65-F5344CB8AC3E}">
        <p14:creationId xmlns="" xmlns:p14="http://schemas.microsoft.com/office/powerpoint/2010/main" val="170458084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0362"/>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0363"/>
            <a:ext cx="5800725" cy="581183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4E424C6-F625-482F-A801-246054FDDFBA}" type="datetime1">
              <a:rPr lang="en-US" smtClean="0"/>
              <a:pPr/>
              <a:t>11/27/2016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F71B0-1015-4D31-8384-23A63624B7DC}" type="slidenum">
              <a:rPr lang="en-US" smtClean="0"/>
              <a:pPr/>
              <a:t>‹#›</a:t>
            </a:fld>
            <a:endParaRPr lang="en-US"/>
          </a:p>
        </p:txBody>
      </p:sp>
    </p:spTree>
    <p:extLst>
      <p:ext uri="{BB962C8B-B14F-4D97-AF65-F5344CB8AC3E}">
        <p14:creationId xmlns="" xmlns:p14="http://schemas.microsoft.com/office/powerpoint/2010/main" val="42260065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 y="0"/>
            <a:ext cx="9144001" cy="596348"/>
          </a:xfrm>
          <a:prstGeom prst="rect">
            <a:avLst/>
          </a:prstGeom>
          <a:solidFill>
            <a:schemeClr val="accent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en-US" dirty="0"/>
          </a:p>
        </p:txBody>
      </p:sp>
      <p:sp>
        <p:nvSpPr>
          <p:cNvPr id="1027" name="Rectangle 3"/>
          <p:cNvSpPr>
            <a:spLocks noGrp="1" noChangeArrowheads="1"/>
          </p:cNvSpPr>
          <p:nvPr>
            <p:ph type="body" idx="1"/>
          </p:nvPr>
        </p:nvSpPr>
        <p:spPr bwMode="auto">
          <a:xfrm>
            <a:off x="685800" y="1295400"/>
            <a:ext cx="7772400" cy="4800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5"/>
          <p:cNvSpPr>
            <a:spLocks noGrp="1"/>
          </p:cNvSpPr>
          <p:nvPr>
            <p:ph type="sldNum" sz="quarter" idx="4"/>
          </p:nvPr>
        </p:nvSpPr>
        <p:spPr>
          <a:xfrm>
            <a:off x="8458200" y="6385891"/>
            <a:ext cx="685800" cy="381000"/>
          </a:xfrm>
          <a:prstGeom prst="rect">
            <a:avLst/>
          </a:prstGeom>
          <a:noFill/>
        </p:spPr>
        <p:txBody>
          <a:bodyPr anchor="ctr"/>
          <a:lstStyle>
            <a:lvl1pPr algn="ctr">
              <a:defRPr sz="1400" b="1">
                <a:solidFill>
                  <a:schemeClr val="accent1">
                    <a:lumMod val="75000"/>
                  </a:schemeClr>
                </a:solidFill>
                <a:latin typeface="+mn-lt"/>
              </a:defRPr>
            </a:lvl1pPr>
          </a:lstStyle>
          <a:p>
            <a:fld id="{4326CE6F-D9CB-4ADC-ABE9-3EADDBF4F4B5}" type="slidenum">
              <a:rPr lang="en-US" smtClean="0"/>
              <a:pPr/>
              <a:t>‹#›</a:t>
            </a:fld>
            <a:endParaRPr lang="en-US"/>
          </a:p>
        </p:txBody>
      </p:sp>
      <p:sp>
        <p:nvSpPr>
          <p:cNvPr id="8" name="Rectangle 2"/>
          <p:cNvSpPr txBox="1">
            <a:spLocks noChangeArrowheads="1"/>
          </p:cNvSpPr>
          <p:nvPr/>
        </p:nvSpPr>
        <p:spPr bwMode="auto">
          <a:xfrm>
            <a:off x="0" y="6692348"/>
            <a:ext cx="9144001" cy="165652"/>
          </a:xfrm>
          <a:prstGeom prst="rect">
            <a:avLst/>
          </a:prstGeom>
          <a:solidFill>
            <a:schemeClr val="accent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mj-lt"/>
                <a:ea typeface="+mj-ea"/>
                <a:cs typeface="+mj-cs"/>
              </a:defRPr>
            </a:lvl1pPr>
            <a:lvl2pPr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2pPr>
            <a:lvl3pPr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3pPr>
            <a:lvl4pPr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4pPr>
            <a:lvl5pPr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5pPr>
            <a:lvl6pPr marL="457200"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6pPr>
            <a:lvl7pPr marL="914400"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7pPr>
            <a:lvl8pPr marL="1371600"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8pPr>
            <a:lvl9pPr marL="1828800"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9pPr>
          </a:lstStyle>
          <a:p>
            <a:endParaRPr lang="en-US" kern="0" dirty="0"/>
          </a:p>
        </p:txBody>
      </p:sp>
    </p:spTree>
    <p:extLst>
      <p:ext uri="{BB962C8B-B14F-4D97-AF65-F5344CB8AC3E}">
        <p14:creationId xmlns="" xmlns:p14="http://schemas.microsoft.com/office/powerpoint/2010/main" val="2112368048"/>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hf hdr="0" ftr="0" dt="0"/>
  <p:txStyles>
    <p:titleStyle>
      <a:lvl1pPr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mj-lt"/>
          <a:ea typeface="+mj-ea"/>
          <a:cs typeface="+mj-cs"/>
        </a:defRPr>
      </a:lvl1pPr>
      <a:lvl2pPr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2pPr>
      <a:lvl3pPr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3pPr>
      <a:lvl4pPr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4pPr>
      <a:lvl5pPr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5pPr>
      <a:lvl6pPr marL="457200"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6pPr>
      <a:lvl7pPr marL="914400"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7pPr>
      <a:lvl8pPr marL="1371600"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8pPr>
      <a:lvl9pPr marL="1828800"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9pPr>
    </p:titleStyle>
    <p:bodyStyle>
      <a:lvl1pPr marL="342900" indent="-342900" algn="l" rtl="0" eaLnBrk="1" fontAlgn="base" hangingPunct="1">
        <a:spcBef>
          <a:spcPct val="20000"/>
        </a:spcBef>
        <a:spcAft>
          <a:spcPct val="0"/>
        </a:spcAft>
        <a:buClr>
          <a:srgbClr val="870000"/>
        </a:buClr>
        <a:buChar char="•"/>
        <a:defRPr sz="2800">
          <a:solidFill>
            <a:schemeClr val="tx1"/>
          </a:solidFill>
          <a:latin typeface="Calibri" panose="020F0502020204030204" pitchFamily="34" charset="0"/>
          <a:ea typeface="+mn-ea"/>
          <a:cs typeface="+mn-cs"/>
        </a:defRPr>
      </a:lvl1pPr>
      <a:lvl2pPr marL="742950" indent="-285750" algn="l" rtl="0" eaLnBrk="1" fontAlgn="base" hangingPunct="1">
        <a:spcBef>
          <a:spcPct val="20000"/>
        </a:spcBef>
        <a:spcAft>
          <a:spcPct val="0"/>
        </a:spcAft>
        <a:buClr>
          <a:srgbClr val="870000"/>
        </a:buClr>
        <a:buChar char="–"/>
        <a:defRPr sz="2400">
          <a:solidFill>
            <a:schemeClr val="tx1"/>
          </a:solidFill>
          <a:latin typeface="Calibri" panose="020F0502020204030204" pitchFamily="34" charset="0"/>
        </a:defRPr>
      </a:lvl2pPr>
      <a:lvl3pPr marL="1143000" indent="-228600" algn="l" rtl="0" eaLnBrk="1" fontAlgn="base" hangingPunct="1">
        <a:spcBef>
          <a:spcPct val="20000"/>
        </a:spcBef>
        <a:spcAft>
          <a:spcPct val="0"/>
        </a:spcAft>
        <a:buClr>
          <a:srgbClr val="870000"/>
        </a:buClr>
        <a:buChar char="•"/>
        <a:defRPr sz="2000">
          <a:solidFill>
            <a:schemeClr val="tx1"/>
          </a:solidFill>
          <a:latin typeface="Calibri" panose="020F0502020204030204" pitchFamily="34" charset="0"/>
        </a:defRPr>
      </a:lvl3pPr>
      <a:lvl4pPr marL="1600200" indent="-228600" algn="l" rtl="0" eaLnBrk="1" fontAlgn="base" hangingPunct="1">
        <a:spcBef>
          <a:spcPct val="20000"/>
        </a:spcBef>
        <a:spcAft>
          <a:spcPct val="0"/>
        </a:spcAft>
        <a:buClr>
          <a:srgbClr val="870000"/>
        </a:buClr>
        <a:buChar char="–"/>
        <a:defRPr>
          <a:solidFill>
            <a:schemeClr val="tx1"/>
          </a:solidFill>
          <a:latin typeface="Calibri" panose="020F0502020204030204" pitchFamily="34" charset="0"/>
        </a:defRPr>
      </a:lvl4pPr>
      <a:lvl5pPr marL="2057400" indent="-228600" algn="l" rtl="0" eaLnBrk="1" fontAlgn="base" hangingPunct="1">
        <a:spcBef>
          <a:spcPct val="20000"/>
        </a:spcBef>
        <a:spcAft>
          <a:spcPct val="0"/>
        </a:spcAft>
        <a:buClr>
          <a:srgbClr val="870000"/>
        </a:buClr>
        <a:buChar char="»"/>
        <a:defRPr sz="1600">
          <a:solidFill>
            <a:schemeClr val="tx1"/>
          </a:solidFill>
          <a:latin typeface="Calibri" panose="020F0502020204030204" pitchFamily="34" charset="0"/>
        </a:defRPr>
      </a:lvl5pPr>
      <a:lvl6pPr marL="2514600" indent="-228600" algn="l" rtl="0" eaLnBrk="1" fontAlgn="base" hangingPunct="1">
        <a:spcBef>
          <a:spcPct val="20000"/>
        </a:spcBef>
        <a:spcAft>
          <a:spcPct val="0"/>
        </a:spcAft>
        <a:buClr>
          <a:srgbClr val="870000"/>
        </a:buClr>
        <a:buChar char="»"/>
        <a:defRPr sz="1600">
          <a:solidFill>
            <a:schemeClr val="tx1"/>
          </a:solidFill>
          <a:latin typeface="+mn-lt"/>
        </a:defRPr>
      </a:lvl6pPr>
      <a:lvl7pPr marL="2971800" indent="-228600" algn="l" rtl="0" eaLnBrk="1" fontAlgn="base" hangingPunct="1">
        <a:spcBef>
          <a:spcPct val="20000"/>
        </a:spcBef>
        <a:spcAft>
          <a:spcPct val="0"/>
        </a:spcAft>
        <a:buClr>
          <a:srgbClr val="870000"/>
        </a:buClr>
        <a:buChar char="»"/>
        <a:defRPr sz="1600">
          <a:solidFill>
            <a:schemeClr val="tx1"/>
          </a:solidFill>
          <a:latin typeface="+mn-lt"/>
        </a:defRPr>
      </a:lvl7pPr>
      <a:lvl8pPr marL="3429000" indent="-228600" algn="l" rtl="0" eaLnBrk="1" fontAlgn="base" hangingPunct="1">
        <a:spcBef>
          <a:spcPct val="20000"/>
        </a:spcBef>
        <a:spcAft>
          <a:spcPct val="0"/>
        </a:spcAft>
        <a:buClr>
          <a:srgbClr val="870000"/>
        </a:buClr>
        <a:buChar char="»"/>
        <a:defRPr sz="1600">
          <a:solidFill>
            <a:schemeClr val="tx1"/>
          </a:solidFill>
          <a:latin typeface="+mn-lt"/>
        </a:defRPr>
      </a:lvl8pPr>
      <a:lvl9pPr marL="3886200" indent="-228600" algn="l" rtl="0" eaLnBrk="1" fontAlgn="base" hangingPunct="1">
        <a:spcBef>
          <a:spcPct val="20000"/>
        </a:spcBef>
        <a:spcAft>
          <a:spcPct val="0"/>
        </a:spcAft>
        <a:buClr>
          <a:srgbClr val="870000"/>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33845" y="365760"/>
            <a:ext cx="7886700" cy="132556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33845" y="1828801"/>
            <a:ext cx="788670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fld id="{48D3FA6F-CB99-497E-A1BF-CD6FB77A5914}" type="datetime1">
              <a:rPr lang="en-US" smtClean="0"/>
              <a:pPr/>
              <a:t>11/27/2016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825">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6463145" y="6356351"/>
            <a:ext cx="2057400" cy="365125"/>
          </a:xfrm>
          <a:prstGeom prst="rect">
            <a:avLst/>
          </a:prstGeom>
        </p:spPr>
        <p:txBody>
          <a:bodyPr vert="horz" lIns="91440" tIns="45720" rIns="91440" bIns="45720" rtlCol="0" anchor="ctr"/>
          <a:lstStyle>
            <a:lvl1pPr algn="r">
              <a:defRPr sz="825">
                <a:solidFill>
                  <a:schemeClr val="tx1">
                    <a:tint val="75000"/>
                  </a:schemeClr>
                </a:solidFill>
              </a:defRPr>
            </a:lvl1pPr>
          </a:lstStyle>
          <a:p>
            <a:fld id="{B49F71B0-1015-4D31-8384-23A63624B7DC}" type="slidenum">
              <a:rPr lang="en-US" smtClean="0"/>
              <a:pPr/>
              <a:t>‹#›</a:t>
            </a:fld>
            <a:endParaRPr lang="en-US"/>
          </a:p>
        </p:txBody>
      </p:sp>
    </p:spTree>
    <p:extLst>
      <p:ext uri="{BB962C8B-B14F-4D97-AF65-F5344CB8AC3E}">
        <p14:creationId xmlns="" xmlns:p14="http://schemas.microsoft.com/office/powerpoint/2010/main" val="30835724"/>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Wingdings 2" pitchFamily="18" charset="2"/>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2" pitchFamily="18" charset="2"/>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2" pitchFamily="18"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5pPr>
      <a:lvl6pPr marL="18859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8D3FA6F-CB99-497E-A1BF-CD6FB77A5914}" type="datetime1">
              <a:rPr lang="en-US" smtClean="0"/>
              <a:pPr/>
              <a:t>11/27/2016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326CE6F-D9CB-4ADC-ABE9-3EADDBF4F4B5}" type="slidenum">
              <a:rPr lang="en-US" smtClean="0"/>
              <a:pPr/>
              <a:t>‹#›</a:t>
            </a:fld>
            <a:endParaRPr lang="en-US"/>
          </a:p>
        </p:txBody>
      </p:sp>
      <p:sp>
        <p:nvSpPr>
          <p:cNvPr id="7" name="Rectangle 2"/>
          <p:cNvSpPr txBox="1">
            <a:spLocks noChangeArrowheads="1"/>
          </p:cNvSpPr>
          <p:nvPr/>
        </p:nvSpPr>
        <p:spPr bwMode="auto">
          <a:xfrm>
            <a:off x="0" y="6692348"/>
            <a:ext cx="9144001" cy="165652"/>
          </a:xfrm>
          <a:prstGeom prst="rect">
            <a:avLst/>
          </a:prstGeom>
          <a:solidFill>
            <a:srgbClr val="66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mj-lt"/>
                <a:ea typeface="+mj-ea"/>
                <a:cs typeface="+mj-cs"/>
              </a:defRPr>
            </a:lvl1pPr>
            <a:lvl2pPr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2pPr>
            <a:lvl3pPr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3pPr>
            <a:lvl4pPr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4pPr>
            <a:lvl5pPr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5pPr>
            <a:lvl6pPr marL="457200"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6pPr>
            <a:lvl7pPr marL="914400"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7pPr>
            <a:lvl8pPr marL="1371600"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8pPr>
            <a:lvl9pPr marL="1828800"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9pPr>
          </a:lstStyle>
          <a:p>
            <a:endParaRPr lang="en-US" kern="0" dirty="0"/>
          </a:p>
        </p:txBody>
      </p:sp>
    </p:spTree>
    <p:extLst>
      <p:ext uri="{BB962C8B-B14F-4D97-AF65-F5344CB8AC3E}">
        <p14:creationId xmlns="" xmlns:p14="http://schemas.microsoft.com/office/powerpoint/2010/main" val="3075411225"/>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33845" y="14700"/>
            <a:ext cx="7886700" cy="8997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33845" y="1118507"/>
            <a:ext cx="7886700" cy="506163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fld id="{48D3FA6F-CB99-497E-A1BF-CD6FB77A5914}" type="datetime1">
              <a:rPr lang="en-US" smtClean="0"/>
              <a:pPr/>
              <a:t>11/27/2016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825">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6463145" y="6356351"/>
            <a:ext cx="2057400" cy="365125"/>
          </a:xfrm>
          <a:prstGeom prst="rect">
            <a:avLst/>
          </a:prstGeom>
        </p:spPr>
        <p:txBody>
          <a:bodyPr vert="horz" lIns="91440" tIns="45720" rIns="91440" bIns="45720" rtlCol="0" anchor="ctr"/>
          <a:lstStyle>
            <a:lvl1pPr algn="r">
              <a:defRPr sz="825">
                <a:solidFill>
                  <a:schemeClr val="tx1">
                    <a:tint val="75000"/>
                  </a:schemeClr>
                </a:solidFill>
              </a:defRPr>
            </a:lvl1pPr>
          </a:lstStyle>
          <a:p>
            <a:fld id="{B49F71B0-1015-4D31-8384-23A63624B7DC}" type="slidenum">
              <a:rPr lang="en-US" smtClean="0"/>
              <a:pPr/>
              <a:t>‹#›</a:t>
            </a:fld>
            <a:endParaRPr lang="en-US"/>
          </a:p>
        </p:txBody>
      </p:sp>
    </p:spTree>
    <p:extLst>
      <p:ext uri="{BB962C8B-B14F-4D97-AF65-F5344CB8AC3E}">
        <p14:creationId xmlns="" xmlns:p14="http://schemas.microsoft.com/office/powerpoint/2010/main" val="397351020"/>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Lst>
  <p:hf hdr="0" ftr="0" dt="0"/>
  <p:txStyles>
    <p:titleStyle>
      <a:lvl1pPr algn="l" defTabSz="685800" rtl="0" eaLnBrk="1" latinLnBrk="0" hangingPunct="1">
        <a:lnSpc>
          <a:spcPct val="90000"/>
        </a:lnSpc>
        <a:spcBef>
          <a:spcPct val="0"/>
        </a:spcBef>
        <a:buNone/>
        <a:defRPr sz="3300" kern="1200">
          <a:solidFill>
            <a:srgbClr val="0033CC"/>
          </a:solidFill>
          <a:latin typeface="+mj-lt"/>
          <a:ea typeface="+mj-ea"/>
          <a:cs typeface="+mj-cs"/>
        </a:defRPr>
      </a:lvl1pPr>
    </p:titleStyle>
    <p:bodyStyle>
      <a:lvl1pPr marL="171450" indent="-171450" algn="l" defTabSz="685800" rtl="0" eaLnBrk="1" latinLnBrk="0" hangingPunct="1">
        <a:lnSpc>
          <a:spcPct val="90000"/>
        </a:lnSpc>
        <a:spcBef>
          <a:spcPts val="750"/>
        </a:spcBef>
        <a:buFont typeface="Wingdings 2" pitchFamily="18" charset="2"/>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2" pitchFamily="18" charset="2"/>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2" pitchFamily="18"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5pPr>
      <a:lvl6pPr marL="18859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4.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6.jpeg"/><Relationship Id="rId7" Type="http://schemas.microsoft.com/office/2007/relationships/hdphoto" Target="../media/hdphoto2.wdp"/><Relationship Id="rId2" Type="http://schemas.openxmlformats.org/officeDocument/2006/relationships/notesSlide" Target="../notesSlides/notesSlide4.xml"/><Relationship Id="rId1" Type="http://schemas.openxmlformats.org/officeDocument/2006/relationships/slideLayout" Target="../slideLayouts/slideLayout24.xml"/><Relationship Id="rId6" Type="http://schemas.openxmlformats.org/officeDocument/2006/relationships/image" Target="../media/image8.png"/><Relationship Id="rId5" Type="http://schemas.microsoft.com/office/2007/relationships/hdphoto" Target="../media/hdphoto1.wdp"/><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8.xml"/><Relationship Id="rId6" Type="http://schemas.openxmlformats.org/officeDocument/2006/relationships/image" Target="../media/image13.emf"/><Relationship Id="rId5" Type="http://schemas.openxmlformats.org/officeDocument/2006/relationships/image" Target="../media/image12.emf"/><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hyperlink" Target="http://www.embedded.com/design/prototyping-and-development/4023337/Verification-and-Validation" TargetMode="External"/><Relationship Id="rId2" Type="http://schemas.openxmlformats.org/officeDocument/2006/relationships/notesSlide" Target="../notesSlides/notesSlide6.xml"/><Relationship Id="rId1" Type="http://schemas.openxmlformats.org/officeDocument/2006/relationships/slideLayout" Target="../slideLayouts/slideLayout24.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8" Type="http://schemas.openxmlformats.org/officeDocument/2006/relationships/hyperlink" Target="https://www.atlassian.com/software/crucible" TargetMode="External"/><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4.xml"/><Relationship Id="rId6" Type="http://schemas.openxmlformats.org/officeDocument/2006/relationships/image" Target="../media/image18.jpeg"/><Relationship Id="rId5" Type="http://schemas.openxmlformats.org/officeDocument/2006/relationships/image" Target="../media/image17.png"/><Relationship Id="rId4" Type="http://schemas.openxmlformats.org/officeDocument/2006/relationships/hyperlink" Target="https://code.google.com/p/gerrit/" TargetMode="Externa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24.xml"/><Relationship Id="rId5" Type="http://schemas.openxmlformats.org/officeDocument/2006/relationships/image" Target="../media/image21.png"/><Relationship Id="rId4" Type="http://schemas.openxmlformats.org/officeDocument/2006/relationships/image" Target="../media/image20.gif"/></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4.xml"/><Relationship Id="rId6" Type="http://schemas.openxmlformats.org/officeDocument/2006/relationships/image" Target="../media/image25.png"/><Relationship Id="rId5" Type="http://schemas.microsoft.com/office/2007/relationships/hdphoto" Target="../media/hdphoto3.wdp"/><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hyperlink" Target="https://smartbear.com/learn/code-review/best-practices-for-peer-code-review/" TargetMode="Externa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3" Type="http://schemas.openxmlformats.org/officeDocument/2006/relationships/hyperlink" Target="https://smartbear.com/learn/code-review/best-practices-for-peer-code-review/" TargetMode="External"/><Relationship Id="rId2" Type="http://schemas.openxmlformats.org/officeDocument/2006/relationships/image" Target="../media/image26.gif"/><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4.xml"/><Relationship Id="rId4" Type="http://schemas.openxmlformats.org/officeDocument/2006/relationships/hyperlink" Target="https://smartbear.com/learn/code-review/best-practices-for-peer-code-review/"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hyperlink" Target="https://smartbear.com/learn/code-review/best-practices-for-peer-code-review/" TargetMode="External"/><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hyperlink" Target="https://smartbear.com/learn/code-review/best-practices-for-peer-code-review/" TargetMode="Externa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hyperlink" Target="https://smartbear.com/learn/code-review/best-practices-for-peer-code-review/" TargetMode="Externa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hyperlink" Target="https://smartbear.com/learn/code-review/best-practices-for-peer-code-review/" TargetMode="Externa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387999" y="2088776"/>
            <a:ext cx="8494588" cy="3066848"/>
          </a:xfrm>
          <a:prstGeom prst="rect">
            <a:avLst/>
          </a:prstGeom>
        </p:spPr>
      </p:pic>
      <p:sp>
        <p:nvSpPr>
          <p:cNvPr id="3" name="Title 2"/>
          <p:cNvSpPr>
            <a:spLocks noGrp="1"/>
          </p:cNvSpPr>
          <p:nvPr>
            <p:ph type="title"/>
          </p:nvPr>
        </p:nvSpPr>
        <p:spPr/>
        <p:txBody>
          <a:bodyPr/>
          <a:lstStyle/>
          <a:p>
            <a:r>
              <a:rPr lang="en-US" dirty="0"/>
              <a:t>Code Review Example: 1</a:t>
            </a:r>
          </a:p>
        </p:txBody>
      </p:sp>
      <p:sp>
        <p:nvSpPr>
          <p:cNvPr id="7" name="Slide Number Placeholder 6"/>
          <p:cNvSpPr>
            <a:spLocks noGrp="1"/>
          </p:cNvSpPr>
          <p:nvPr>
            <p:ph type="sldNum" sz="quarter" idx="12"/>
          </p:nvPr>
        </p:nvSpPr>
        <p:spPr>
          <a:xfrm>
            <a:off x="8458200" y="6503113"/>
            <a:ext cx="685800" cy="381000"/>
          </a:xfrm>
        </p:spPr>
        <p:txBody>
          <a:bodyPr/>
          <a:lstStyle/>
          <a:p>
            <a:fld id="{6D22F896-40B5-4ADD-8801-0D06FADFA095}" type="slidenum">
              <a:rPr lang="en-US" smtClean="0"/>
              <a:pPr/>
              <a:t>1</a:t>
            </a:fld>
            <a:endParaRPr lang="en-US" dirty="0"/>
          </a:p>
        </p:txBody>
      </p:sp>
      <p:cxnSp>
        <p:nvCxnSpPr>
          <p:cNvPr id="8" name="Straight Connector 7"/>
          <p:cNvCxnSpPr/>
          <p:nvPr/>
        </p:nvCxnSpPr>
        <p:spPr>
          <a:xfrm>
            <a:off x="387999" y="3120837"/>
            <a:ext cx="7505425" cy="43703"/>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387999" y="4406272"/>
            <a:ext cx="7687673" cy="197186"/>
          </a:xfrm>
          <a:prstGeom prst="rect">
            <a:avLst/>
          </a:prstGeom>
          <a:noFill/>
          <a:ln w="63500">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350">
              <a:solidFill>
                <a:srgbClr val="FFFF00"/>
              </a:solidFill>
            </a:endParaRPr>
          </a:p>
        </p:txBody>
      </p:sp>
      <p:sp>
        <p:nvSpPr>
          <p:cNvPr id="11" name="TextBox 10"/>
          <p:cNvSpPr txBox="1"/>
          <p:nvPr/>
        </p:nvSpPr>
        <p:spPr>
          <a:xfrm>
            <a:off x="2046168" y="5001313"/>
            <a:ext cx="5442516" cy="78483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4500" dirty="0">
                <a:solidFill>
                  <a:srgbClr val="A32638"/>
                </a:solidFill>
              </a:rPr>
              <a:t>Style Inconsistency</a:t>
            </a:r>
            <a:r>
              <a:rPr lang="en-US" sz="4500" dirty="0">
                <a:solidFill>
                  <a:srgbClr val="C00000"/>
                </a:solidFill>
              </a:rPr>
              <a:t>! </a:t>
            </a:r>
            <a:endParaRPr lang="en-US" sz="3375" dirty="0">
              <a:solidFill>
                <a:srgbClr val="C00000"/>
              </a:solidFill>
            </a:endParaRPr>
          </a:p>
        </p:txBody>
      </p:sp>
    </p:spTree>
    <p:extLst>
      <p:ext uri="{BB962C8B-B14F-4D97-AF65-F5344CB8AC3E}">
        <p14:creationId xmlns="" xmlns:p14="http://schemas.microsoft.com/office/powerpoint/2010/main" val="2641443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arn(inVertical)">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Code Review Example: 2</a:t>
            </a:r>
          </a:p>
        </p:txBody>
      </p:sp>
      <p:pic>
        <p:nvPicPr>
          <p:cNvPr id="6" name="Content Placeholder 5"/>
          <p:cNvPicPr>
            <a:picLocks noGrp="1" noChangeAspect="1"/>
          </p:cNvPicPr>
          <p:nvPr>
            <p:ph idx="1"/>
          </p:nvPr>
        </p:nvPicPr>
        <p:blipFill>
          <a:blip r:embed="rId3">
            <a:extLst>
              <a:ext uri="{28A0092B-C50C-407E-A947-70E740481C1C}">
                <a14:useLocalDpi xmlns="" xmlns:a14="http://schemas.microsoft.com/office/drawing/2010/main" val="0"/>
              </a:ext>
            </a:extLst>
          </a:blip>
          <a:stretch>
            <a:fillRect/>
          </a:stretch>
        </p:blipFill>
        <p:spPr>
          <a:xfrm>
            <a:off x="1534654" y="2483194"/>
            <a:ext cx="6059985" cy="1501429"/>
          </a:xfrm>
        </p:spPr>
      </p:pic>
      <p:sp>
        <p:nvSpPr>
          <p:cNvPr id="9" name="Slide Number Placeholder 8"/>
          <p:cNvSpPr>
            <a:spLocks noGrp="1"/>
          </p:cNvSpPr>
          <p:nvPr>
            <p:ph type="sldNum" sz="quarter" idx="12"/>
          </p:nvPr>
        </p:nvSpPr>
        <p:spPr/>
        <p:txBody>
          <a:bodyPr/>
          <a:lstStyle/>
          <a:p>
            <a:fld id="{6D22F896-40B5-4ADD-8801-0D06FADFA095}" type="slidenum">
              <a:rPr lang="en-US" smtClean="0"/>
              <a:pPr/>
              <a:t>2</a:t>
            </a:fld>
            <a:endParaRPr lang="en-US" dirty="0"/>
          </a:p>
        </p:txBody>
      </p:sp>
      <p:pic>
        <p:nvPicPr>
          <p:cNvPr id="7" name="Picture 6"/>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391657" y="1775012"/>
            <a:ext cx="8276933" cy="3697941"/>
          </a:xfrm>
          <a:prstGeom prst="rect">
            <a:avLst/>
          </a:prstGeom>
        </p:spPr>
      </p:pic>
      <p:sp>
        <p:nvSpPr>
          <p:cNvPr id="8" name="TextBox 7"/>
          <p:cNvSpPr txBox="1"/>
          <p:nvPr/>
        </p:nvSpPr>
        <p:spPr>
          <a:xfrm>
            <a:off x="3034713" y="4774790"/>
            <a:ext cx="3871573" cy="78483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4500" dirty="0">
                <a:solidFill>
                  <a:srgbClr val="A32638"/>
                </a:solidFill>
              </a:rPr>
              <a:t> </a:t>
            </a:r>
            <a:r>
              <a:rPr lang="en-US" sz="4500" dirty="0">
                <a:solidFill>
                  <a:srgbClr val="C00000"/>
                </a:solidFill>
              </a:rPr>
              <a:t>Silly mistake! </a:t>
            </a:r>
            <a:endParaRPr lang="en-US" sz="3375" dirty="0">
              <a:solidFill>
                <a:srgbClr val="C00000"/>
              </a:solidFill>
            </a:endParaRPr>
          </a:p>
        </p:txBody>
      </p:sp>
      <p:sp>
        <p:nvSpPr>
          <p:cNvPr id="3" name="Rectangle 2"/>
          <p:cNvSpPr/>
          <p:nvPr/>
        </p:nvSpPr>
        <p:spPr>
          <a:xfrm>
            <a:off x="1707781" y="2524688"/>
            <a:ext cx="2837325" cy="276041"/>
          </a:xfrm>
          <a:prstGeom prst="rect">
            <a:avLst/>
          </a:prstGeom>
          <a:noFill/>
          <a:ln w="63500">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350">
              <a:solidFill>
                <a:srgbClr val="FFFF00"/>
              </a:solidFill>
            </a:endParaRPr>
          </a:p>
        </p:txBody>
      </p:sp>
      <p:cxnSp>
        <p:nvCxnSpPr>
          <p:cNvPr id="5" name="Straight Connector 4"/>
          <p:cNvCxnSpPr/>
          <p:nvPr/>
        </p:nvCxnSpPr>
        <p:spPr>
          <a:xfrm flipV="1">
            <a:off x="391657" y="3346806"/>
            <a:ext cx="5834331" cy="38493"/>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1341869" y="1761042"/>
            <a:ext cx="1562696" cy="301961"/>
          </a:xfrm>
          <a:prstGeom prst="rect">
            <a:avLst/>
          </a:prstGeom>
          <a:noFill/>
          <a:ln w="63500">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350">
              <a:solidFill>
                <a:srgbClr val="FFFF00"/>
              </a:solidFill>
            </a:endParaRPr>
          </a:p>
        </p:txBody>
      </p:sp>
    </p:spTree>
    <p:extLst>
      <p:ext uri="{BB962C8B-B14F-4D97-AF65-F5344CB8AC3E}">
        <p14:creationId xmlns="" xmlns:p14="http://schemas.microsoft.com/office/powerpoint/2010/main" val="364095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arn(inVertical)">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 grpId="0" animBg="1"/>
      <p:bldP spid="1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124"/>
            <a:ext cx="9144000" cy="624565"/>
          </a:xfrm>
        </p:spPr>
        <p:txBody>
          <a:bodyPr/>
          <a:lstStyle/>
          <a:p>
            <a:r>
              <a:rPr lang="en-US" dirty="0"/>
              <a:t>Code Review example: 3</a:t>
            </a:r>
          </a:p>
        </p:txBody>
      </p:sp>
      <p:pic>
        <p:nvPicPr>
          <p:cNvPr id="5" name="Content Placeholder 4"/>
          <p:cNvPicPr>
            <a:picLocks noGrp="1" noChangeAspect="1"/>
          </p:cNvPicPr>
          <p:nvPr>
            <p:ph idx="1"/>
          </p:nvPr>
        </p:nvPicPr>
        <p:blipFill rotWithShape="1">
          <a:blip r:embed="rId2">
            <a:extLst>
              <a:ext uri="{28A0092B-C50C-407E-A947-70E740481C1C}">
                <a14:useLocalDpi xmlns="" xmlns:a14="http://schemas.microsoft.com/office/drawing/2010/main" val="0"/>
              </a:ext>
            </a:extLst>
          </a:blip>
          <a:srcRect b="29420"/>
          <a:stretch/>
        </p:blipFill>
        <p:spPr>
          <a:xfrm>
            <a:off x="1189999" y="1276413"/>
            <a:ext cx="6337892" cy="4627066"/>
          </a:xfrm>
        </p:spPr>
      </p:pic>
      <p:sp>
        <p:nvSpPr>
          <p:cNvPr id="4" name="Slide Number Placeholder 3"/>
          <p:cNvSpPr>
            <a:spLocks noGrp="1"/>
          </p:cNvSpPr>
          <p:nvPr>
            <p:ph type="sldNum" sz="quarter" idx="12"/>
          </p:nvPr>
        </p:nvSpPr>
        <p:spPr/>
        <p:txBody>
          <a:bodyPr/>
          <a:lstStyle/>
          <a:p>
            <a:fld id="{6D22F896-40B5-4ADD-8801-0D06FADFA095}" type="slidenum">
              <a:rPr lang="en-US" smtClean="0"/>
              <a:pPr/>
              <a:t>3</a:t>
            </a:fld>
            <a:endParaRPr lang="en-US" dirty="0"/>
          </a:p>
        </p:txBody>
      </p:sp>
      <p:sp>
        <p:nvSpPr>
          <p:cNvPr id="8" name="Rectangle 7"/>
          <p:cNvSpPr/>
          <p:nvPr/>
        </p:nvSpPr>
        <p:spPr>
          <a:xfrm>
            <a:off x="1579170" y="2839638"/>
            <a:ext cx="4031085" cy="33240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2400386" y="1299950"/>
            <a:ext cx="5127505" cy="43741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579170" y="4939144"/>
            <a:ext cx="2051134" cy="3108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2971887" y="3589946"/>
            <a:ext cx="4470263" cy="78483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4500" dirty="0">
                <a:solidFill>
                  <a:srgbClr val="A32638"/>
                </a:solidFill>
              </a:rPr>
              <a:t>Buffer Overflow</a:t>
            </a:r>
            <a:r>
              <a:rPr lang="en-US" sz="4500" dirty="0">
                <a:solidFill>
                  <a:srgbClr val="C00000"/>
                </a:solidFill>
              </a:rPr>
              <a:t>! </a:t>
            </a:r>
            <a:endParaRPr lang="en-US" sz="3375" dirty="0">
              <a:solidFill>
                <a:srgbClr val="C00000"/>
              </a:solidFill>
            </a:endParaRPr>
          </a:p>
        </p:txBody>
      </p:sp>
    </p:spTree>
    <p:extLst>
      <p:ext uri="{BB962C8B-B14F-4D97-AF65-F5344CB8AC3E}">
        <p14:creationId xmlns="" xmlns:p14="http://schemas.microsoft.com/office/powerpoint/2010/main" val="728352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Code Review Example: 4</a:t>
            </a:r>
          </a:p>
        </p:txBody>
      </p:sp>
      <p:sp>
        <p:nvSpPr>
          <p:cNvPr id="7" name="Slide Number Placeholder 6"/>
          <p:cNvSpPr>
            <a:spLocks noGrp="1"/>
          </p:cNvSpPr>
          <p:nvPr>
            <p:ph type="sldNum" sz="quarter" idx="12"/>
          </p:nvPr>
        </p:nvSpPr>
        <p:spPr/>
        <p:txBody>
          <a:bodyPr/>
          <a:lstStyle/>
          <a:p>
            <a:fld id="{6D22F896-40B5-4ADD-8801-0D06FADFA095}" type="slidenum">
              <a:rPr lang="en-US" smtClean="0"/>
              <a:pPr/>
              <a:t>4</a:t>
            </a:fld>
            <a:endParaRPr lang="en-US" dirty="0"/>
          </a:p>
        </p:txBody>
      </p:sp>
      <p:pic>
        <p:nvPicPr>
          <p:cNvPr id="6" name="Picture 5"/>
          <p:cNvPicPr>
            <a:picLocks noChangeAspect="1"/>
          </p:cNvPicPr>
          <p:nvPr/>
        </p:nvPicPr>
        <p:blipFill>
          <a:blip r:embed="rId3"/>
          <a:stretch>
            <a:fillRect/>
          </a:stretch>
        </p:blipFill>
        <p:spPr>
          <a:xfrm>
            <a:off x="260072" y="2030744"/>
            <a:ext cx="8623854" cy="2933113"/>
          </a:xfrm>
          <a:prstGeom prst="rect">
            <a:avLst/>
          </a:prstGeom>
        </p:spPr>
      </p:pic>
      <p:cxnSp>
        <p:nvCxnSpPr>
          <p:cNvPr id="9" name="Straight Connector 8"/>
          <p:cNvCxnSpPr/>
          <p:nvPr/>
        </p:nvCxnSpPr>
        <p:spPr>
          <a:xfrm flipV="1">
            <a:off x="1182414" y="3686672"/>
            <a:ext cx="6174442" cy="2459"/>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3533469" y="2789938"/>
            <a:ext cx="5350457" cy="357202"/>
          </a:xfrm>
          <a:prstGeom prst="rect">
            <a:avLst/>
          </a:prstGeom>
          <a:noFill/>
          <a:ln w="63500">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350">
              <a:solidFill>
                <a:srgbClr val="FFFF00"/>
              </a:solidFill>
            </a:endParaRPr>
          </a:p>
        </p:txBody>
      </p:sp>
      <p:sp>
        <p:nvSpPr>
          <p:cNvPr id="12" name="TextBox 11"/>
          <p:cNvSpPr txBox="1"/>
          <p:nvPr/>
        </p:nvSpPr>
        <p:spPr>
          <a:xfrm>
            <a:off x="2299534" y="4963857"/>
            <a:ext cx="4940199" cy="78483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4500" dirty="0">
                <a:solidFill>
                  <a:srgbClr val="A32638"/>
                </a:solidFill>
              </a:rPr>
              <a:t>XSS Vulnerability</a:t>
            </a:r>
            <a:r>
              <a:rPr lang="en-US" sz="4500" dirty="0">
                <a:solidFill>
                  <a:srgbClr val="C00000"/>
                </a:solidFill>
              </a:rPr>
              <a:t>! </a:t>
            </a:r>
            <a:endParaRPr lang="en-US" sz="3375" dirty="0">
              <a:solidFill>
                <a:srgbClr val="C00000"/>
              </a:solidFill>
            </a:endParaRPr>
          </a:p>
        </p:txBody>
      </p:sp>
    </p:spTree>
    <p:extLst>
      <p:ext uri="{BB962C8B-B14F-4D97-AF65-F5344CB8AC3E}">
        <p14:creationId xmlns="" xmlns:p14="http://schemas.microsoft.com/office/powerpoint/2010/main" val="3957364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barn(inVertical)">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Proofreading</a:t>
            </a:r>
          </a:p>
        </p:txBody>
      </p:sp>
      <p:sp>
        <p:nvSpPr>
          <p:cNvPr id="5" name="Content Placeholder 2"/>
          <p:cNvSpPr>
            <a:spLocks noGrp="1"/>
          </p:cNvSpPr>
          <p:nvPr>
            <p:ph idx="1"/>
          </p:nvPr>
        </p:nvSpPr>
        <p:spPr>
          <a:xfrm>
            <a:off x="472909" y="3647693"/>
            <a:ext cx="8161027" cy="1378017"/>
          </a:xfrm>
        </p:spPr>
        <p:txBody>
          <a:bodyPr>
            <a:normAutofit/>
          </a:bodyPr>
          <a:lstStyle/>
          <a:p>
            <a:pPr marL="0" indent="0">
              <a:buNone/>
            </a:pPr>
            <a:r>
              <a:rPr lang="en-US" sz="2400" i="1" dirty="0">
                <a:solidFill>
                  <a:schemeClr val="accent6">
                    <a:lumMod val="90000"/>
                    <a:lumOff val="10000"/>
                  </a:schemeClr>
                </a:solidFill>
              </a:rPr>
              <a:t>“The process of analyzing code written by a teammate (i.e. a peer) to judge whether it is of sufficient quality to be integrated into the main project codebase.”</a:t>
            </a:r>
          </a:p>
        </p:txBody>
      </p:sp>
      <p:sp>
        <p:nvSpPr>
          <p:cNvPr id="2" name="Slide Number Placeholder 1"/>
          <p:cNvSpPr>
            <a:spLocks noGrp="1"/>
          </p:cNvSpPr>
          <p:nvPr>
            <p:ph type="sldNum" sz="quarter" idx="12"/>
          </p:nvPr>
        </p:nvSpPr>
        <p:spPr/>
        <p:txBody>
          <a:bodyPr/>
          <a:lstStyle/>
          <a:p>
            <a:fld id="{B49F71B0-1015-4D31-8384-23A63624B7DC}" type="slidenum">
              <a:rPr lang="en-US" smtClean="0"/>
              <a:pPr/>
              <a:t>5</a:t>
            </a:fld>
            <a:endParaRPr lang="en-US"/>
          </a:p>
        </p:txBody>
      </p:sp>
      <p:pic>
        <p:nvPicPr>
          <p:cNvPr id="3" name="Picture 2" descr="http://goodcontentcompany.com/wp-content/uploads/2013/08/proofing-texture2.jpg"/>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864134" y="950660"/>
            <a:ext cx="7771283" cy="5426947"/>
          </a:xfrm>
          <a:prstGeom prst="rect">
            <a:avLst/>
          </a:prstGeom>
          <a:noFill/>
          <a:extLst>
            <a:ext uri="{909E8E84-426E-40dd-AFC4-6F175D3DCCD1}">
              <a14:hiddenFill xmlns="" xmlns:a14="http://schemas.microsoft.com/office/drawing/2010/main">
                <a:solidFill>
                  <a:srgbClr val="FFFFFF"/>
                </a:solidFill>
              </a14:hiddenFill>
            </a:ext>
          </a:extLst>
        </p:spPr>
      </p:pic>
      <p:pic>
        <p:nvPicPr>
          <p:cNvPr id="6" name="Picture 5"/>
          <p:cNvPicPr>
            <a:picLocks noChangeAspect="1"/>
          </p:cNvPicPr>
          <p:nvPr/>
        </p:nvPicPr>
        <p:blipFill>
          <a:blip r:embed="rId4">
            <a:extLst>
              <a:ext uri="{BEBA8EAE-BF5A-486C-A8C5-ECC9F3942E4B}">
                <a14:imgProps xmlns="" xmlns:a14="http://schemas.microsoft.com/office/drawing/2010/main">
                  <a14:imgLayer r:embed="rId5">
                    <a14:imgEffect>
                      <a14:backgroundRemoval t="0" b="97906" l="51167" r="99833"/>
                    </a14:imgEffect>
                  </a14:imgLayer>
                </a14:imgProps>
              </a:ext>
              <a:ext uri="{28A0092B-C50C-407E-A947-70E740481C1C}">
                <a14:useLocalDpi xmlns="" xmlns:a14="http://schemas.microsoft.com/office/drawing/2010/main" val="0"/>
              </a:ext>
            </a:extLst>
          </a:blip>
          <a:stretch>
            <a:fillRect/>
          </a:stretch>
        </p:blipFill>
        <p:spPr>
          <a:xfrm>
            <a:off x="3605144" y="4787294"/>
            <a:ext cx="3145176" cy="1840199"/>
          </a:xfrm>
          <a:prstGeom prst="rect">
            <a:avLst/>
          </a:prstGeom>
        </p:spPr>
      </p:pic>
      <p:pic>
        <p:nvPicPr>
          <p:cNvPr id="7" name="Picture 6"/>
          <p:cNvPicPr>
            <a:picLocks noChangeAspect="1"/>
          </p:cNvPicPr>
          <p:nvPr/>
        </p:nvPicPr>
        <p:blipFill rotWithShape="1">
          <a:blip r:embed="rId6">
            <a:extLst>
              <a:ext uri="{BEBA8EAE-BF5A-486C-A8C5-ECC9F3942E4B}">
                <a14:imgProps xmlns="" xmlns:a14="http://schemas.microsoft.com/office/drawing/2010/main">
                  <a14:imgLayer r:embed="rId7">
                    <a14:imgEffect>
                      <a14:backgroundRemoval t="10000" b="97368" l="22500" r="49000"/>
                    </a14:imgEffect>
                  </a14:imgLayer>
                </a14:imgProps>
              </a:ext>
              <a:ext uri="{28A0092B-C50C-407E-A947-70E740481C1C}">
                <a14:useLocalDpi xmlns="" xmlns:a14="http://schemas.microsoft.com/office/drawing/2010/main" val="0"/>
              </a:ext>
            </a:extLst>
          </a:blip>
          <a:srcRect l="23000" r="21000"/>
          <a:stretch/>
        </p:blipFill>
        <p:spPr>
          <a:xfrm>
            <a:off x="3428996" y="4722808"/>
            <a:ext cx="3196065" cy="1867923"/>
          </a:xfrm>
          <a:prstGeom prst="rect">
            <a:avLst/>
          </a:prstGeom>
          <a:noFill/>
          <a:ln>
            <a:noFill/>
          </a:ln>
        </p:spPr>
      </p:pic>
      <p:sp>
        <p:nvSpPr>
          <p:cNvPr id="8" name="TextBox 7"/>
          <p:cNvSpPr txBox="1"/>
          <p:nvPr/>
        </p:nvSpPr>
        <p:spPr>
          <a:xfrm>
            <a:off x="-432372" y="1526627"/>
            <a:ext cx="184666" cy="369332"/>
          </a:xfrm>
          <a:prstGeom prst="rect">
            <a:avLst/>
          </a:prstGeom>
          <a:noFill/>
        </p:spPr>
        <p:txBody>
          <a:bodyPr wrap="none" rtlCol="0">
            <a:spAutoFit/>
          </a:bodyPr>
          <a:lstStyle/>
          <a:p>
            <a:endParaRPr lang="en-US" dirty="0">
              <a:solidFill>
                <a:schemeClr val="accent6">
                  <a:lumMod val="90000"/>
                  <a:lumOff val="10000"/>
                </a:schemeClr>
              </a:solidFill>
            </a:endParaRPr>
          </a:p>
        </p:txBody>
      </p:sp>
      <p:sp>
        <p:nvSpPr>
          <p:cNvPr id="11" name="Rectangle 10"/>
          <p:cNvSpPr/>
          <p:nvPr/>
        </p:nvSpPr>
        <p:spPr bwMode="auto">
          <a:xfrm>
            <a:off x="385292" y="3662865"/>
            <a:ext cx="8286286" cy="2922812"/>
          </a:xfrm>
          <a:prstGeom prst="rect">
            <a:avLst/>
          </a:prstGeom>
          <a:noFill/>
          <a:ln w="38100" cap="flat" cmpd="sng" algn="ctr">
            <a:solidFill>
              <a:schemeClr val="accent4">
                <a:lumMod val="95000"/>
                <a:lumOff val="5000"/>
              </a:schemeClr>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a:endParaRPr>
          </a:p>
        </p:txBody>
      </p:sp>
      <p:pic>
        <p:nvPicPr>
          <p:cNvPr id="1026" name="Picture 2" descr="http://img.scoop.it/VmkiDRgJZneqS5J4oT88zjl72eJkfbmt4t8yenImKBVvK0kTmF0xjctABnaLJIm9"/>
          <p:cNvPicPr>
            <a:picLocks noChangeAspect="1" noChangeArrowheads="1"/>
          </p:cNvPicPr>
          <p:nvPr/>
        </p:nvPicPr>
        <p:blipFill rotWithShape="1">
          <a:blip r:embed="rId8">
            <a:extLst>
              <a:ext uri="{28A0092B-C50C-407E-A947-70E740481C1C}">
                <a14:useLocalDpi xmlns="" xmlns:a14="http://schemas.microsoft.com/office/drawing/2010/main" val="0"/>
              </a:ext>
            </a:extLst>
          </a:blip>
          <a:srcRect l="1579" t="7239" r="8566" b="3157"/>
          <a:stretch/>
        </p:blipFill>
        <p:spPr bwMode="auto">
          <a:xfrm>
            <a:off x="5067300" y="1193799"/>
            <a:ext cx="3708400" cy="2057401"/>
          </a:xfrm>
          <a:prstGeom prst="rect">
            <a:avLst/>
          </a:prstGeom>
          <a:noFill/>
          <a:extLst>
            <a:ext uri="{909E8E84-426E-40dd-AFC4-6F175D3DCCD1}">
              <a14:hiddenFill xmlns="" xmlns:a14="http://schemas.microsoft.com/office/drawing/2010/main">
                <a:solidFill>
                  <a:srgbClr val="FFFFFF"/>
                </a:solidFill>
              </a14:hiddenFill>
            </a:ext>
          </a:extLst>
        </p:spPr>
      </p:pic>
      <p:sp>
        <p:nvSpPr>
          <p:cNvPr id="9" name="Rectangle 8"/>
          <p:cNvSpPr/>
          <p:nvPr/>
        </p:nvSpPr>
        <p:spPr bwMode="auto">
          <a:xfrm>
            <a:off x="566893" y="868453"/>
            <a:ext cx="3852708" cy="2484348"/>
          </a:xfrm>
          <a:prstGeom prst="rect">
            <a:avLst/>
          </a:prstGeom>
          <a:solidFill>
            <a:schemeClr val="bg1">
              <a:lumMod val="95000"/>
              <a:alpha val="30000"/>
            </a:schemeClr>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a:endParaRPr>
          </a:p>
        </p:txBody>
      </p:sp>
    </p:spTree>
    <p:extLst>
      <p:ext uri="{BB962C8B-B14F-4D97-AF65-F5344CB8AC3E}">
        <p14:creationId xmlns="" xmlns:p14="http://schemas.microsoft.com/office/powerpoint/2010/main" val="3290751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500" fill="hold"/>
                                        <p:tgtEl>
                                          <p:spTgt spid="3"/>
                                        </p:tgtEl>
                                      </p:cBhvr>
                                      <p:by x="50000" y="50000"/>
                                    </p:animScale>
                                  </p:childTnLst>
                                </p:cTn>
                              </p:par>
                              <p:par>
                                <p:cTn id="7" presetID="0" presetClass="path" presetSubtype="0" accel="50000" decel="50000" fill="hold" nodeType="withEffect">
                                  <p:stCondLst>
                                    <p:cond delay="0"/>
                                  </p:stCondLst>
                                  <p:childTnLst>
                                    <p:animMotion origin="layout" path="M -0.0531 -0.06292 L -0.23464 -0.23248 " pathEditMode="relative" rAng="0" ptsTypes="AA">
                                      <p:cBhvr>
                                        <p:cTn id="8" dur="1000" fill="hold"/>
                                        <p:tgtEl>
                                          <p:spTgt spid="3"/>
                                        </p:tgtEl>
                                        <p:attrNameLst>
                                          <p:attrName>ppt_x</p:attrName>
                                          <p:attrName>ppt_y</p:attrName>
                                        </p:attrNameLst>
                                      </p:cBhvr>
                                      <p:rCtr x="-9077" y="-8489"/>
                                    </p:animMotion>
                                  </p:childTnLst>
                                </p:cTn>
                              </p:par>
                            </p:childTnLst>
                          </p:cTn>
                        </p:par>
                        <p:par>
                          <p:cTn id="9" fill="hold">
                            <p:stCondLst>
                              <p:cond delay="1000"/>
                            </p:stCondLst>
                            <p:childTnLst>
                              <p:par>
                                <p:cTn id="10" presetID="1" presetClass="entr" presetSubtype="0" fill="hold" grpId="0" nodeType="after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7"/>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par>
                          <p:cTn id="16" fill="hold">
                            <p:stCondLst>
                              <p:cond delay="1000"/>
                            </p:stCondLst>
                            <p:childTnLst>
                              <p:par>
                                <p:cTn id="17" presetID="1" presetClass="entr" presetSubtype="0"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26"/>
                                        </p:tgtEl>
                                        <p:attrNameLst>
                                          <p:attrName>style.visibility</p:attrName>
                                        </p:attrNameLst>
                                      </p:cBhvr>
                                      <p:to>
                                        <p:strVal val="visible"/>
                                      </p:to>
                                    </p:set>
                                  </p:childTnLst>
                                </p:cTn>
                              </p:par>
                            </p:childTnLst>
                          </p:cTn>
                        </p:par>
                        <p:par>
                          <p:cTn id="21" fill="hold">
                            <p:stCondLst>
                              <p:cond delay="1000"/>
                            </p:stCondLst>
                            <p:childTnLst>
                              <p:par>
                                <p:cTn id="22" presetID="1"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11"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Rectangle 62"/>
          <p:cNvSpPr/>
          <p:nvPr/>
        </p:nvSpPr>
        <p:spPr>
          <a:xfrm>
            <a:off x="3263882" y="1316736"/>
            <a:ext cx="1304544" cy="1887979"/>
          </a:xfrm>
          <a:prstGeom prst="rect">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p:cNvSpPr/>
          <p:nvPr/>
        </p:nvSpPr>
        <p:spPr>
          <a:xfrm>
            <a:off x="4562712" y="1313779"/>
            <a:ext cx="1627249" cy="4686937"/>
          </a:xfrm>
          <a:prstGeom prst="rect">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p:cNvSpPr>
            <a:spLocks noGrp="1"/>
          </p:cNvSpPr>
          <p:nvPr>
            <p:ph type="title"/>
          </p:nvPr>
        </p:nvSpPr>
        <p:spPr>
          <a:xfrm>
            <a:off x="556650" y="26727"/>
            <a:ext cx="7886700" cy="836726"/>
          </a:xfrm>
        </p:spPr>
        <p:txBody>
          <a:bodyPr/>
          <a:lstStyle/>
          <a:p>
            <a:r>
              <a:rPr lang="en-US" b="1" dirty="0">
                <a:solidFill>
                  <a:srgbClr val="0070C0"/>
                </a:solidFill>
              </a:rPr>
              <a:t>Code Review Workflow</a:t>
            </a:r>
          </a:p>
        </p:txBody>
      </p:sp>
      <p:sp>
        <p:nvSpPr>
          <p:cNvPr id="3" name="Slide Number Placeholder 2"/>
          <p:cNvSpPr>
            <a:spLocks noGrp="1"/>
          </p:cNvSpPr>
          <p:nvPr>
            <p:ph type="sldNum" sz="quarter" idx="12"/>
          </p:nvPr>
        </p:nvSpPr>
        <p:spPr>
          <a:xfrm>
            <a:off x="8441207" y="6341605"/>
            <a:ext cx="685800" cy="381000"/>
          </a:xfrm>
        </p:spPr>
        <p:txBody>
          <a:bodyPr/>
          <a:lstStyle/>
          <a:p>
            <a:fld id="{7F0B2F93-AF2B-415F-9654-340A9C2710D0}" type="slidenum">
              <a:rPr lang="en-US" smtClean="0"/>
              <a:pPr/>
              <a:t>6</a:t>
            </a:fld>
            <a:endParaRPr lang="en-US" dirty="0"/>
          </a:p>
        </p:txBody>
      </p:sp>
      <p:pic>
        <p:nvPicPr>
          <p:cNvPr id="7" name="Picture 6"/>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2002735" y="3028616"/>
            <a:ext cx="875419" cy="875419"/>
          </a:xfrm>
          <a:prstGeom prst="rect">
            <a:avLst/>
          </a:prstGeom>
        </p:spPr>
      </p:pic>
      <p:cxnSp>
        <p:nvCxnSpPr>
          <p:cNvPr id="9" name="Straight Arrow Connector 8"/>
          <p:cNvCxnSpPr/>
          <p:nvPr/>
        </p:nvCxnSpPr>
        <p:spPr>
          <a:xfrm>
            <a:off x="2440443" y="1750151"/>
            <a:ext cx="5044" cy="1203507"/>
          </a:xfrm>
          <a:prstGeom prst="straightConnector1">
            <a:avLst/>
          </a:prstGeom>
          <a:ln w="57150">
            <a:solidFill>
              <a:schemeClr val="accent2">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242745" y="1426986"/>
            <a:ext cx="961675" cy="523220"/>
          </a:xfrm>
          <a:prstGeom prst="rect">
            <a:avLst/>
          </a:prstGeom>
          <a:noFill/>
        </p:spPr>
        <p:txBody>
          <a:bodyPr wrap="square" rtlCol="0">
            <a:spAutoFit/>
          </a:bodyPr>
          <a:lstStyle/>
          <a:p>
            <a:pPr algn="ctr"/>
            <a:r>
              <a:rPr lang="en-US" sz="1400" b="1" dirty="0"/>
              <a:t>Writes </a:t>
            </a:r>
          </a:p>
          <a:p>
            <a:pPr algn="ctr"/>
            <a:r>
              <a:rPr lang="en-US" sz="1400" b="1" dirty="0"/>
              <a:t>Code</a:t>
            </a:r>
          </a:p>
        </p:txBody>
      </p:sp>
      <p:sp>
        <p:nvSpPr>
          <p:cNvPr id="13" name="TextBox 12"/>
          <p:cNvSpPr txBox="1"/>
          <p:nvPr/>
        </p:nvSpPr>
        <p:spPr>
          <a:xfrm>
            <a:off x="2440443" y="5306558"/>
            <a:ext cx="961675" cy="523220"/>
          </a:xfrm>
          <a:prstGeom prst="rect">
            <a:avLst/>
          </a:prstGeom>
          <a:noFill/>
        </p:spPr>
        <p:txBody>
          <a:bodyPr wrap="square" rtlCol="0">
            <a:spAutoFit/>
          </a:bodyPr>
          <a:lstStyle/>
          <a:p>
            <a:pPr algn="ctr"/>
            <a:r>
              <a:rPr lang="en-US" sz="1400" b="1" dirty="0"/>
              <a:t>Reviews</a:t>
            </a:r>
          </a:p>
          <a:p>
            <a:pPr algn="ctr"/>
            <a:r>
              <a:rPr lang="en-US" sz="1400" b="1" dirty="0"/>
              <a:t>Code</a:t>
            </a:r>
          </a:p>
        </p:txBody>
      </p:sp>
      <p:cxnSp>
        <p:nvCxnSpPr>
          <p:cNvPr id="14" name="Straight Arrow Connector 13"/>
          <p:cNvCxnSpPr>
            <a:stCxn id="7" idx="2"/>
            <a:endCxn id="13" idx="1"/>
          </p:cNvCxnSpPr>
          <p:nvPr/>
        </p:nvCxnSpPr>
        <p:spPr>
          <a:xfrm flipH="1">
            <a:off x="2440443" y="3904035"/>
            <a:ext cx="2" cy="1664133"/>
          </a:xfrm>
          <a:prstGeom prst="straightConnector1">
            <a:avLst/>
          </a:prstGeom>
          <a:ln w="57150">
            <a:solidFill>
              <a:schemeClr val="accent2">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002735" y="1750151"/>
            <a:ext cx="447790" cy="0"/>
          </a:xfrm>
          <a:prstGeom prst="straightConnector1">
            <a:avLst/>
          </a:prstGeom>
          <a:ln w="57150">
            <a:solidFill>
              <a:schemeClr val="accent2">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1053814" y="1750152"/>
            <a:ext cx="377863" cy="0"/>
          </a:xfrm>
          <a:prstGeom prst="straightConnector1">
            <a:avLst/>
          </a:prstGeom>
          <a:ln w="57150">
            <a:solidFill>
              <a:schemeClr val="accent2">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3" idx="3"/>
            <a:endCxn id="31" idx="2"/>
          </p:cNvCxnSpPr>
          <p:nvPr/>
        </p:nvCxnSpPr>
        <p:spPr>
          <a:xfrm flipV="1">
            <a:off x="3402118" y="3906440"/>
            <a:ext cx="0" cy="1661728"/>
          </a:xfrm>
          <a:prstGeom prst="straightConnector1">
            <a:avLst/>
          </a:prstGeom>
          <a:ln w="57150">
            <a:solidFill>
              <a:schemeClr val="accent2">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pic>
        <p:nvPicPr>
          <p:cNvPr id="31" name="Picture 30"/>
          <p:cNvPicPr>
            <a:picLocks noChangeAspect="1"/>
          </p:cNvPicPr>
          <p:nvPr/>
        </p:nvPicPr>
        <p:blipFill>
          <a:blip r:embed="rId4">
            <a:duotone>
              <a:prstClr val="black"/>
              <a:schemeClr val="accent2">
                <a:tint val="45000"/>
                <a:satMod val="400000"/>
              </a:schemeClr>
            </a:duotone>
            <a:extLst>
              <a:ext uri="{28A0092B-C50C-407E-A947-70E740481C1C}">
                <a14:useLocalDpi xmlns="" xmlns:a14="http://schemas.microsoft.com/office/drawing/2010/main" val="0"/>
              </a:ext>
            </a:extLst>
          </a:blip>
          <a:stretch>
            <a:fillRect/>
          </a:stretch>
        </p:blipFill>
        <p:spPr>
          <a:xfrm>
            <a:off x="2963206" y="3028616"/>
            <a:ext cx="877824" cy="877824"/>
          </a:xfrm>
          <a:prstGeom prst="rect">
            <a:avLst/>
          </a:prstGeom>
          <a:noFill/>
        </p:spPr>
      </p:pic>
      <p:cxnSp>
        <p:nvCxnSpPr>
          <p:cNvPr id="34" name="Straight Arrow Connector 33"/>
          <p:cNvCxnSpPr>
            <a:stCxn id="31" idx="0"/>
          </p:cNvCxnSpPr>
          <p:nvPr/>
        </p:nvCxnSpPr>
        <p:spPr>
          <a:xfrm flipH="1" flipV="1">
            <a:off x="3393240" y="1750150"/>
            <a:ext cx="8878" cy="1278466"/>
          </a:xfrm>
          <a:prstGeom prst="straightConnector1">
            <a:avLst/>
          </a:prstGeom>
          <a:ln w="57150">
            <a:solidFill>
              <a:schemeClr val="accent2">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3393240" y="1775134"/>
            <a:ext cx="447790" cy="0"/>
          </a:xfrm>
          <a:prstGeom prst="straightConnector1">
            <a:avLst/>
          </a:prstGeom>
          <a:ln w="57150">
            <a:solidFill>
              <a:schemeClr val="accent2">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3723218" y="1426985"/>
            <a:ext cx="961675" cy="523220"/>
          </a:xfrm>
          <a:prstGeom prst="rect">
            <a:avLst/>
          </a:prstGeom>
          <a:noFill/>
        </p:spPr>
        <p:txBody>
          <a:bodyPr wrap="square" rtlCol="0">
            <a:spAutoFit/>
          </a:bodyPr>
          <a:lstStyle/>
          <a:p>
            <a:pPr algn="ctr"/>
            <a:r>
              <a:rPr lang="en-US" sz="1400" b="1" dirty="0"/>
              <a:t>Edits</a:t>
            </a:r>
          </a:p>
          <a:p>
            <a:pPr algn="ctr"/>
            <a:r>
              <a:rPr lang="en-US" sz="1400" b="1" dirty="0"/>
              <a:t>Code</a:t>
            </a:r>
          </a:p>
        </p:txBody>
      </p:sp>
      <p:cxnSp>
        <p:nvCxnSpPr>
          <p:cNvPr id="40" name="Straight Arrow Connector 39"/>
          <p:cNvCxnSpPr/>
          <p:nvPr/>
        </p:nvCxnSpPr>
        <p:spPr>
          <a:xfrm>
            <a:off x="4460998" y="1775134"/>
            <a:ext cx="447790" cy="0"/>
          </a:xfrm>
          <a:prstGeom prst="straightConnector1">
            <a:avLst/>
          </a:prstGeom>
          <a:ln w="57150">
            <a:solidFill>
              <a:schemeClr val="accent2">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a:off x="4875245" y="1827724"/>
            <a:ext cx="5044" cy="1203507"/>
          </a:xfrm>
          <a:prstGeom prst="straightConnector1">
            <a:avLst/>
          </a:prstGeom>
          <a:ln w="57150">
            <a:solidFill>
              <a:schemeClr val="accent2">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pic>
        <p:nvPicPr>
          <p:cNvPr id="42" name="Picture 41"/>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4437532" y="3028616"/>
            <a:ext cx="875419" cy="875419"/>
          </a:xfrm>
          <a:prstGeom prst="rect">
            <a:avLst/>
          </a:prstGeom>
        </p:spPr>
      </p:pic>
      <p:cxnSp>
        <p:nvCxnSpPr>
          <p:cNvPr id="43" name="Straight Arrow Connector 42"/>
          <p:cNvCxnSpPr>
            <a:stCxn id="42" idx="2"/>
            <a:endCxn id="45" idx="1"/>
          </p:cNvCxnSpPr>
          <p:nvPr/>
        </p:nvCxnSpPr>
        <p:spPr>
          <a:xfrm>
            <a:off x="4875242" y="3904035"/>
            <a:ext cx="11041" cy="1711960"/>
          </a:xfrm>
          <a:prstGeom prst="straightConnector1">
            <a:avLst/>
          </a:prstGeom>
          <a:ln w="57150">
            <a:solidFill>
              <a:schemeClr val="accent2">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4886283" y="5354385"/>
            <a:ext cx="961675" cy="523220"/>
          </a:xfrm>
          <a:prstGeom prst="rect">
            <a:avLst/>
          </a:prstGeom>
          <a:noFill/>
        </p:spPr>
        <p:txBody>
          <a:bodyPr wrap="square" rtlCol="0">
            <a:spAutoFit/>
          </a:bodyPr>
          <a:lstStyle/>
          <a:p>
            <a:pPr algn="ctr"/>
            <a:r>
              <a:rPr lang="en-US" sz="1400" b="1" dirty="0"/>
              <a:t>Reviews</a:t>
            </a:r>
          </a:p>
          <a:p>
            <a:pPr algn="ctr"/>
            <a:r>
              <a:rPr lang="en-US" sz="1400" b="1" dirty="0"/>
              <a:t>Code</a:t>
            </a:r>
          </a:p>
        </p:txBody>
      </p:sp>
      <p:cxnSp>
        <p:nvCxnSpPr>
          <p:cNvPr id="47" name="Straight Arrow Connector 46"/>
          <p:cNvCxnSpPr>
            <a:stCxn id="45" idx="3"/>
            <a:endCxn id="49" idx="2"/>
          </p:cNvCxnSpPr>
          <p:nvPr/>
        </p:nvCxnSpPr>
        <p:spPr>
          <a:xfrm flipV="1">
            <a:off x="5847958" y="3906440"/>
            <a:ext cx="0" cy="1709555"/>
          </a:xfrm>
          <a:prstGeom prst="straightConnector1">
            <a:avLst/>
          </a:prstGeom>
          <a:ln w="57150">
            <a:solidFill>
              <a:schemeClr val="accent2">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pic>
        <p:nvPicPr>
          <p:cNvPr id="49" name="Picture 48"/>
          <p:cNvPicPr>
            <a:picLocks noChangeAspect="1"/>
          </p:cNvPicPr>
          <p:nvPr/>
        </p:nvPicPr>
        <p:blipFill>
          <a:blip r:embed="rId4">
            <a:duotone>
              <a:prstClr val="black"/>
              <a:schemeClr val="accent2">
                <a:tint val="45000"/>
                <a:satMod val="400000"/>
              </a:schemeClr>
            </a:duotone>
            <a:extLst>
              <a:ext uri="{28A0092B-C50C-407E-A947-70E740481C1C}">
                <a14:useLocalDpi xmlns="" xmlns:a14="http://schemas.microsoft.com/office/drawing/2010/main" val="0"/>
              </a:ext>
            </a:extLst>
          </a:blip>
          <a:stretch>
            <a:fillRect/>
          </a:stretch>
        </p:blipFill>
        <p:spPr>
          <a:xfrm>
            <a:off x="5409046" y="3028616"/>
            <a:ext cx="877824" cy="877824"/>
          </a:xfrm>
          <a:prstGeom prst="rect">
            <a:avLst/>
          </a:prstGeom>
        </p:spPr>
      </p:pic>
      <p:sp>
        <p:nvSpPr>
          <p:cNvPr id="53" name="TextBox 52"/>
          <p:cNvSpPr txBox="1"/>
          <p:nvPr/>
        </p:nvSpPr>
        <p:spPr>
          <a:xfrm>
            <a:off x="7861996" y="5306557"/>
            <a:ext cx="1126895" cy="307777"/>
          </a:xfrm>
          <a:prstGeom prst="rect">
            <a:avLst/>
          </a:prstGeom>
          <a:noFill/>
        </p:spPr>
        <p:txBody>
          <a:bodyPr wrap="square" rtlCol="0">
            <a:spAutoFit/>
          </a:bodyPr>
          <a:lstStyle/>
          <a:p>
            <a:pPr algn="ctr"/>
            <a:r>
              <a:rPr lang="en-US" sz="1400" dirty="0"/>
              <a:t>Approval</a:t>
            </a:r>
          </a:p>
        </p:txBody>
      </p:sp>
      <p:cxnSp>
        <p:nvCxnSpPr>
          <p:cNvPr id="54" name="Straight Arrow Connector 53"/>
          <p:cNvCxnSpPr>
            <a:stCxn id="53" idx="0"/>
          </p:cNvCxnSpPr>
          <p:nvPr/>
        </p:nvCxnSpPr>
        <p:spPr>
          <a:xfrm flipV="1">
            <a:off x="8425444" y="4506176"/>
            <a:ext cx="22426" cy="800381"/>
          </a:xfrm>
          <a:prstGeom prst="straightConnector1">
            <a:avLst/>
          </a:prstGeom>
          <a:ln w="57150">
            <a:solidFill>
              <a:schemeClr val="accent2">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pic>
        <p:nvPicPr>
          <p:cNvPr id="57" name="Picture 56"/>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7987733" y="3422766"/>
            <a:ext cx="875419" cy="875419"/>
          </a:xfrm>
          <a:prstGeom prst="rect">
            <a:avLst/>
          </a:prstGeom>
        </p:spPr>
      </p:pic>
      <p:sp>
        <p:nvSpPr>
          <p:cNvPr id="59" name="TextBox 58"/>
          <p:cNvSpPr txBox="1"/>
          <p:nvPr/>
        </p:nvSpPr>
        <p:spPr>
          <a:xfrm>
            <a:off x="7861994" y="4252516"/>
            <a:ext cx="1126895" cy="307777"/>
          </a:xfrm>
          <a:prstGeom prst="rect">
            <a:avLst/>
          </a:prstGeom>
          <a:noFill/>
        </p:spPr>
        <p:txBody>
          <a:bodyPr wrap="square" rtlCol="0">
            <a:spAutoFit/>
          </a:bodyPr>
          <a:lstStyle/>
          <a:p>
            <a:pPr algn="ctr"/>
            <a:r>
              <a:rPr lang="en-US" sz="1400" b="1" i="1" dirty="0">
                <a:solidFill>
                  <a:srgbClr val="B01513"/>
                </a:solidFill>
              </a:rPr>
              <a:t>Merge</a:t>
            </a:r>
          </a:p>
        </p:txBody>
      </p:sp>
      <p:sp>
        <p:nvSpPr>
          <p:cNvPr id="61" name="TextBox 60"/>
          <p:cNvSpPr txBox="1"/>
          <p:nvPr/>
        </p:nvSpPr>
        <p:spPr>
          <a:xfrm>
            <a:off x="7884423" y="1403994"/>
            <a:ext cx="1126895" cy="307777"/>
          </a:xfrm>
          <a:prstGeom prst="rect">
            <a:avLst/>
          </a:prstGeom>
          <a:noFill/>
        </p:spPr>
        <p:txBody>
          <a:bodyPr wrap="square" rtlCol="0">
            <a:spAutoFit/>
          </a:bodyPr>
          <a:lstStyle/>
          <a:p>
            <a:pPr algn="ctr"/>
            <a:r>
              <a:rPr lang="en-US" sz="1400" b="1" i="1" dirty="0">
                <a:solidFill>
                  <a:srgbClr val="B01513"/>
                </a:solidFill>
              </a:rPr>
              <a:t>Abandon</a:t>
            </a:r>
          </a:p>
        </p:txBody>
      </p:sp>
      <p:sp>
        <p:nvSpPr>
          <p:cNvPr id="65" name="TextBox 64"/>
          <p:cNvSpPr txBox="1"/>
          <p:nvPr/>
        </p:nvSpPr>
        <p:spPr>
          <a:xfrm>
            <a:off x="1529431" y="2203524"/>
            <a:ext cx="787587" cy="523220"/>
          </a:xfrm>
          <a:prstGeom prst="rect">
            <a:avLst/>
          </a:prstGeom>
          <a:noFill/>
        </p:spPr>
        <p:txBody>
          <a:bodyPr wrap="none" rtlCol="0">
            <a:spAutoFit/>
          </a:bodyPr>
          <a:lstStyle/>
          <a:p>
            <a:pPr algn="ctr"/>
            <a:r>
              <a:rPr lang="en-US" sz="1400" b="1" i="1" dirty="0">
                <a:solidFill>
                  <a:srgbClr val="B01513"/>
                </a:solidFill>
              </a:rPr>
              <a:t>Review </a:t>
            </a:r>
          </a:p>
          <a:p>
            <a:pPr algn="ctr"/>
            <a:r>
              <a:rPr lang="en-US" sz="1400" b="1" i="1" dirty="0">
                <a:solidFill>
                  <a:srgbClr val="B01513"/>
                </a:solidFill>
              </a:rPr>
              <a:t>Request</a:t>
            </a:r>
          </a:p>
        </p:txBody>
      </p:sp>
      <p:sp>
        <p:nvSpPr>
          <p:cNvPr id="66" name="TextBox 65"/>
          <p:cNvSpPr txBox="1"/>
          <p:nvPr/>
        </p:nvSpPr>
        <p:spPr>
          <a:xfrm>
            <a:off x="1630927" y="4353776"/>
            <a:ext cx="692113" cy="307777"/>
          </a:xfrm>
          <a:prstGeom prst="rect">
            <a:avLst/>
          </a:prstGeom>
          <a:noFill/>
        </p:spPr>
        <p:txBody>
          <a:bodyPr wrap="none" rtlCol="0">
            <a:spAutoFit/>
          </a:bodyPr>
          <a:lstStyle/>
          <a:p>
            <a:pPr algn="ctr"/>
            <a:r>
              <a:rPr lang="en-US" sz="1400" b="1" i="1" dirty="0">
                <a:solidFill>
                  <a:srgbClr val="B01513"/>
                </a:solidFill>
              </a:rPr>
              <a:t>Accept</a:t>
            </a:r>
          </a:p>
        </p:txBody>
      </p:sp>
      <p:pic>
        <p:nvPicPr>
          <p:cNvPr id="8" name="Picture 7"/>
          <p:cNvPicPr>
            <a:picLocks noChangeAspect="1"/>
          </p:cNvPicPr>
          <p:nvPr/>
        </p:nvPicPr>
        <p:blipFill>
          <a:blip r:embed="rId5"/>
          <a:stretch>
            <a:fillRect/>
          </a:stretch>
        </p:blipFill>
        <p:spPr>
          <a:xfrm>
            <a:off x="63287" y="1313779"/>
            <a:ext cx="1050146" cy="1220764"/>
          </a:xfrm>
          <a:prstGeom prst="rect">
            <a:avLst/>
          </a:prstGeom>
        </p:spPr>
      </p:pic>
      <p:pic>
        <p:nvPicPr>
          <p:cNvPr id="10" name="Picture 9"/>
          <p:cNvPicPr>
            <a:picLocks noChangeAspect="1"/>
          </p:cNvPicPr>
          <p:nvPr/>
        </p:nvPicPr>
        <p:blipFill>
          <a:blip r:embed="rId6"/>
          <a:stretch>
            <a:fillRect/>
          </a:stretch>
        </p:blipFill>
        <p:spPr>
          <a:xfrm>
            <a:off x="471447" y="4817583"/>
            <a:ext cx="1204807" cy="1347279"/>
          </a:xfrm>
          <a:prstGeom prst="rect">
            <a:avLst/>
          </a:prstGeom>
        </p:spPr>
      </p:pic>
      <p:sp>
        <p:nvSpPr>
          <p:cNvPr id="4" name="Diamond 3"/>
          <p:cNvSpPr/>
          <p:nvPr/>
        </p:nvSpPr>
        <p:spPr>
          <a:xfrm>
            <a:off x="6395177" y="3251202"/>
            <a:ext cx="1370102" cy="986842"/>
          </a:xfrm>
          <a:prstGeom prst="diamond">
            <a:avLst/>
          </a:prstGeom>
          <a:ln w="57150">
            <a:solidFill>
              <a:schemeClr val="accent2">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200" dirty="0"/>
          </a:p>
        </p:txBody>
      </p:sp>
      <p:sp>
        <p:nvSpPr>
          <p:cNvPr id="39" name="TextBox 38"/>
          <p:cNvSpPr txBox="1"/>
          <p:nvPr/>
        </p:nvSpPr>
        <p:spPr>
          <a:xfrm>
            <a:off x="6492695" y="3577263"/>
            <a:ext cx="1172116" cy="307777"/>
          </a:xfrm>
          <a:prstGeom prst="rect">
            <a:avLst/>
          </a:prstGeom>
          <a:noFill/>
        </p:spPr>
        <p:txBody>
          <a:bodyPr wrap="none" rtlCol="0">
            <a:spAutoFit/>
          </a:bodyPr>
          <a:lstStyle/>
          <a:p>
            <a:pPr algn="ctr"/>
            <a:r>
              <a:rPr lang="en-US" sz="1400" b="1" dirty="0">
                <a:solidFill>
                  <a:schemeClr val="accent2">
                    <a:lumMod val="50000"/>
                  </a:schemeClr>
                </a:solidFill>
              </a:rPr>
              <a:t>Accepted?</a:t>
            </a:r>
          </a:p>
        </p:txBody>
      </p:sp>
      <p:cxnSp>
        <p:nvCxnSpPr>
          <p:cNvPr id="11" name="Elbow Connector 10"/>
          <p:cNvCxnSpPr>
            <a:stCxn id="4" idx="0"/>
            <a:endCxn id="61" idx="1"/>
          </p:cNvCxnSpPr>
          <p:nvPr/>
        </p:nvCxnSpPr>
        <p:spPr>
          <a:xfrm rot="5400000" flipH="1" flipV="1">
            <a:off x="6635666" y="2002446"/>
            <a:ext cx="1693319" cy="804195"/>
          </a:xfrm>
          <a:prstGeom prst="bentConnector2">
            <a:avLst/>
          </a:prstGeom>
          <a:ln w="571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 name="Elbow Connector 45"/>
          <p:cNvCxnSpPr>
            <a:stCxn id="4" idx="2"/>
            <a:endCxn id="53" idx="1"/>
          </p:cNvCxnSpPr>
          <p:nvPr/>
        </p:nvCxnSpPr>
        <p:spPr>
          <a:xfrm rot="16200000" flipH="1">
            <a:off x="6859911" y="4458361"/>
            <a:ext cx="1222402" cy="781768"/>
          </a:xfrm>
          <a:prstGeom prst="bentConnector2">
            <a:avLst/>
          </a:prstGeom>
          <a:ln w="571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7135058" y="4506176"/>
            <a:ext cx="496996" cy="307777"/>
          </a:xfrm>
          <a:prstGeom prst="rect">
            <a:avLst/>
          </a:prstGeom>
          <a:noFill/>
        </p:spPr>
        <p:txBody>
          <a:bodyPr wrap="none" rtlCol="0">
            <a:spAutoFit/>
          </a:bodyPr>
          <a:lstStyle/>
          <a:p>
            <a:pPr algn="ctr"/>
            <a:r>
              <a:rPr lang="en-US" sz="1400" b="1" i="1" dirty="0">
                <a:solidFill>
                  <a:schemeClr val="accent6">
                    <a:lumMod val="75000"/>
                    <a:lumOff val="25000"/>
                  </a:schemeClr>
                </a:solidFill>
              </a:rPr>
              <a:t>Yes</a:t>
            </a:r>
          </a:p>
        </p:txBody>
      </p:sp>
      <p:sp>
        <p:nvSpPr>
          <p:cNvPr id="51" name="TextBox 50"/>
          <p:cNvSpPr txBox="1"/>
          <p:nvPr/>
        </p:nvSpPr>
        <p:spPr>
          <a:xfrm>
            <a:off x="7171799" y="2387090"/>
            <a:ext cx="423514" cy="307777"/>
          </a:xfrm>
          <a:prstGeom prst="rect">
            <a:avLst/>
          </a:prstGeom>
          <a:noFill/>
        </p:spPr>
        <p:txBody>
          <a:bodyPr wrap="none" rtlCol="0">
            <a:spAutoFit/>
          </a:bodyPr>
          <a:lstStyle/>
          <a:p>
            <a:pPr algn="ctr"/>
            <a:r>
              <a:rPr lang="en-US" sz="1400" b="1" i="1" dirty="0">
                <a:solidFill>
                  <a:schemeClr val="accent6">
                    <a:lumMod val="75000"/>
                    <a:lumOff val="25000"/>
                  </a:schemeClr>
                </a:solidFill>
              </a:rPr>
              <a:t>No</a:t>
            </a:r>
          </a:p>
        </p:txBody>
      </p:sp>
      <p:sp>
        <p:nvSpPr>
          <p:cNvPr id="24" name="TextBox 23"/>
          <p:cNvSpPr txBox="1"/>
          <p:nvPr/>
        </p:nvSpPr>
        <p:spPr>
          <a:xfrm>
            <a:off x="6094711" y="3494515"/>
            <a:ext cx="415498" cy="369332"/>
          </a:xfrm>
          <a:prstGeom prst="rect">
            <a:avLst/>
          </a:prstGeom>
          <a:noFill/>
        </p:spPr>
        <p:txBody>
          <a:bodyPr wrap="none" rtlCol="0">
            <a:spAutoFit/>
          </a:bodyPr>
          <a:lstStyle/>
          <a:p>
            <a:r>
              <a:rPr lang="en-US" b="1" dirty="0">
                <a:solidFill>
                  <a:schemeClr val="accent2">
                    <a:lumMod val="50000"/>
                  </a:schemeClr>
                </a:solidFill>
              </a:rPr>
              <a:t>…</a:t>
            </a:r>
          </a:p>
        </p:txBody>
      </p:sp>
      <p:pic>
        <p:nvPicPr>
          <p:cNvPr id="1033" name="Picture 9"/>
          <p:cNvPicPr>
            <a:picLocks noChangeAspect="1" noChangeArrowheads="1"/>
          </p:cNvPicPr>
          <p:nvPr/>
        </p:nvPicPr>
        <p:blipFill>
          <a:blip r:embed="rId7">
            <a:extLst>
              <a:ext uri="{28A0092B-C50C-407E-A947-70E740481C1C}">
                <a14:useLocalDpi xmlns="" xmlns:a14="http://schemas.microsoft.com/office/drawing/2010/main" val="0"/>
              </a:ext>
            </a:extLst>
          </a:blip>
          <a:srcRect/>
          <a:stretch>
            <a:fillRect/>
          </a:stretch>
        </p:blipFill>
        <p:spPr bwMode="auto">
          <a:xfrm>
            <a:off x="7891078" y="2074871"/>
            <a:ext cx="985389" cy="651873"/>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2" name="AutoShape 2" descr="https://i-msdn.sec.s-msft.com/dynimg/IC310162.jpg"/>
          <p:cNvSpPr>
            <a:spLocks noChangeAspect="1" noChangeArrowheads="1"/>
          </p:cNvSpPr>
          <p:nvPr/>
        </p:nvSpPr>
        <p:spPr bwMode="auto">
          <a:xfrm>
            <a:off x="155575" y="-144463"/>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https://i-msdn.sec.s-msft.com/dynimg/IC310162.jpg"/>
          <p:cNvSpPr>
            <a:spLocks noChangeAspect="1" noChangeArrowheads="1"/>
          </p:cNvSpPr>
          <p:nvPr/>
        </p:nvSpPr>
        <p:spPr bwMode="auto">
          <a:xfrm>
            <a:off x="307975" y="7937"/>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6" descr="https://i-msdn.sec.s-msft.com/dynimg/IC310162.jpg"/>
          <p:cNvSpPr>
            <a:spLocks noChangeAspect="1" noChangeArrowheads="1"/>
          </p:cNvSpPr>
          <p:nvPr/>
        </p:nvSpPr>
        <p:spPr bwMode="auto">
          <a:xfrm>
            <a:off x="460375" y="160337"/>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8" descr="https://i-msdn.sec.s-msft.com/dynimg/IC310162.jpg"/>
          <p:cNvSpPr>
            <a:spLocks noChangeAspect="1" noChangeArrowheads="1"/>
          </p:cNvSpPr>
          <p:nvPr/>
        </p:nvSpPr>
        <p:spPr bwMode="auto">
          <a:xfrm>
            <a:off x="612775" y="312737"/>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cxnSp>
        <p:nvCxnSpPr>
          <p:cNvPr id="48" name="Straight Arrow Connector 47"/>
          <p:cNvCxnSpPr>
            <a:endCxn id="1033" idx="2"/>
          </p:cNvCxnSpPr>
          <p:nvPr/>
        </p:nvCxnSpPr>
        <p:spPr>
          <a:xfrm flipV="1">
            <a:off x="8383772" y="2726744"/>
            <a:ext cx="1" cy="696023"/>
          </a:xfrm>
          <a:prstGeom prst="straightConnector1">
            <a:avLst/>
          </a:prstGeom>
          <a:ln w="57150">
            <a:solidFill>
              <a:schemeClr val="accent2">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1197" y="1067112"/>
            <a:ext cx="914033" cy="400110"/>
          </a:xfrm>
          <a:prstGeom prst="rect">
            <a:avLst/>
          </a:prstGeom>
          <a:noFill/>
        </p:spPr>
        <p:txBody>
          <a:bodyPr wrap="none" rtlCol="0">
            <a:spAutoFit/>
          </a:bodyPr>
          <a:lstStyle/>
          <a:p>
            <a:r>
              <a:rPr lang="en-US" sz="2000" i="1" dirty="0">
                <a:solidFill>
                  <a:srgbClr val="002060"/>
                </a:solidFill>
                <a:latin typeface="Calibri" panose="020F0502020204030204" pitchFamily="34" charset="0"/>
              </a:rPr>
              <a:t>Author</a:t>
            </a:r>
          </a:p>
        </p:txBody>
      </p:sp>
      <p:sp>
        <p:nvSpPr>
          <p:cNvPr id="52" name="TextBox 51"/>
          <p:cNvSpPr txBox="1"/>
          <p:nvPr/>
        </p:nvSpPr>
        <p:spPr>
          <a:xfrm>
            <a:off x="142709" y="4602662"/>
            <a:ext cx="1126077" cy="400110"/>
          </a:xfrm>
          <a:prstGeom prst="rect">
            <a:avLst/>
          </a:prstGeom>
          <a:noFill/>
        </p:spPr>
        <p:txBody>
          <a:bodyPr wrap="none" rtlCol="0">
            <a:spAutoFit/>
          </a:bodyPr>
          <a:lstStyle/>
          <a:p>
            <a:r>
              <a:rPr lang="en-US" sz="2000" i="1" dirty="0">
                <a:solidFill>
                  <a:srgbClr val="002060"/>
                </a:solidFill>
                <a:latin typeface="Calibri" panose="020F0502020204030204" pitchFamily="34" charset="0"/>
              </a:rPr>
              <a:t>Reviewer</a:t>
            </a:r>
          </a:p>
        </p:txBody>
      </p:sp>
    </p:spTree>
    <p:extLst>
      <p:ext uri="{BB962C8B-B14F-4D97-AF65-F5344CB8AC3E}">
        <p14:creationId xmlns="" xmlns:p14="http://schemas.microsoft.com/office/powerpoint/2010/main" val="974723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22" presetClass="entr" presetSubtype="8" fill="hold" nodeType="with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wipe(left)">
                                      <p:cBhvr>
                                        <p:cTn id="9" dur="500"/>
                                        <p:tgtEl>
                                          <p:spTgt spid="22"/>
                                        </p:tgtEl>
                                      </p:cBhvr>
                                    </p:animEffect>
                                  </p:childTnLst>
                                </p:cTn>
                              </p:par>
                            </p:childTnLst>
                          </p:cTn>
                        </p:par>
                        <p:par>
                          <p:cTn id="10" fill="hold">
                            <p:stCondLst>
                              <p:cond delay="500"/>
                            </p:stCondLst>
                            <p:childTnLst>
                              <p:par>
                                <p:cTn id="11" presetID="1" presetClass="entr" presetSubtype="0" fill="hold" grpId="0" nodeType="after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up)">
                                      <p:cBhvr>
                                        <p:cTn id="21" dur="500"/>
                                        <p:tgtEl>
                                          <p:spTgt spid="9"/>
                                        </p:tgtEl>
                                      </p:cBhvr>
                                    </p:animEffect>
                                  </p:childTnLst>
                                </p:cTn>
                              </p:par>
                              <p:par>
                                <p:cTn id="22" presetID="1" presetClass="entr" presetSubtype="0" fill="hold" grpId="0" nodeType="withEffect">
                                  <p:stCondLst>
                                    <p:cond delay="0"/>
                                  </p:stCondLst>
                                  <p:childTnLst>
                                    <p:set>
                                      <p:cBhvr>
                                        <p:cTn id="23" dur="1" fill="hold">
                                          <p:stCondLst>
                                            <p:cond delay="0"/>
                                          </p:stCondLst>
                                        </p:cTn>
                                        <p:tgtEl>
                                          <p:spTgt spid="65"/>
                                        </p:tgtEl>
                                        <p:attrNameLst>
                                          <p:attrName>style.visibility</p:attrName>
                                        </p:attrNameLst>
                                      </p:cBhvr>
                                      <p:to>
                                        <p:strVal val="visible"/>
                                      </p:to>
                                    </p:set>
                                  </p:childTnLst>
                                </p:cTn>
                              </p:par>
                            </p:childTnLst>
                          </p:cTn>
                        </p:par>
                        <p:par>
                          <p:cTn id="24" fill="hold">
                            <p:stCondLst>
                              <p:cond delay="1000"/>
                            </p:stCondLst>
                            <p:childTnLst>
                              <p:par>
                                <p:cTn id="25" presetID="1" presetClass="entr" presetSubtype="0" fill="hold" nodeType="after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up)">
                                      <p:cBhvr>
                                        <p:cTn id="31" dur="500"/>
                                        <p:tgtEl>
                                          <p:spTgt spid="14"/>
                                        </p:tgtEl>
                                      </p:cBhvr>
                                    </p:animEffect>
                                  </p:childTnLst>
                                </p:cTn>
                              </p:par>
                              <p:par>
                                <p:cTn id="32" presetID="1" presetClass="entr" presetSubtype="0" fill="hold" grpId="0" nodeType="withEffect">
                                  <p:stCondLst>
                                    <p:cond delay="0"/>
                                  </p:stCondLst>
                                  <p:childTnLst>
                                    <p:set>
                                      <p:cBhvr>
                                        <p:cTn id="33" dur="1" fill="hold">
                                          <p:stCondLst>
                                            <p:cond delay="0"/>
                                          </p:stCondLst>
                                        </p:cTn>
                                        <p:tgtEl>
                                          <p:spTgt spid="66"/>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10"/>
                                        </p:tgtEl>
                                        <p:attrNameLst>
                                          <p:attrName>style.visibility</p:attrName>
                                        </p:attrNameLst>
                                      </p:cBhvr>
                                      <p:to>
                                        <p:strVal val="visible"/>
                                      </p:to>
                                    </p:set>
                                  </p:childTnLst>
                                </p:cTn>
                              </p:par>
                            </p:childTnLst>
                          </p:cTn>
                        </p:par>
                        <p:par>
                          <p:cTn id="36" fill="hold">
                            <p:stCondLst>
                              <p:cond delay="500"/>
                            </p:stCondLst>
                            <p:childTnLst>
                              <p:par>
                                <p:cTn id="37" presetID="1" presetClass="entr" presetSubtype="0" fill="hold" grpId="0" nodeType="after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wipe(down)">
                                      <p:cBhvr>
                                        <p:cTn id="45" dur="500"/>
                                        <p:tgtEl>
                                          <p:spTgt spid="28"/>
                                        </p:tgtEl>
                                      </p:cBhvr>
                                    </p:animEffect>
                                  </p:childTnLst>
                                </p:cTn>
                              </p:par>
                            </p:childTnLst>
                          </p:cTn>
                        </p:par>
                        <p:par>
                          <p:cTn id="46" fill="hold">
                            <p:stCondLst>
                              <p:cond delay="500"/>
                            </p:stCondLst>
                            <p:childTnLst>
                              <p:par>
                                <p:cTn id="47" presetID="1" presetClass="entr" presetSubtype="0" fill="hold" nodeType="after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nodeType="click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wipe(down)">
                                      <p:cBhvr>
                                        <p:cTn id="53" dur="500"/>
                                        <p:tgtEl>
                                          <p:spTgt spid="34"/>
                                        </p:tgtEl>
                                      </p:cBhvr>
                                    </p:animEffect>
                                  </p:childTnLst>
                                </p:cTn>
                              </p:par>
                            </p:childTnLst>
                          </p:cTn>
                        </p:par>
                        <p:par>
                          <p:cTn id="54" fill="hold">
                            <p:stCondLst>
                              <p:cond delay="500"/>
                            </p:stCondLst>
                            <p:childTnLst>
                              <p:par>
                                <p:cTn id="55" presetID="22" presetClass="entr" presetSubtype="8" fill="hold" nodeType="after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wipe(left)">
                                      <p:cBhvr>
                                        <p:cTn id="57" dur="500"/>
                                        <p:tgtEl>
                                          <p:spTgt spid="37"/>
                                        </p:tgtEl>
                                      </p:cBhvr>
                                    </p:animEffect>
                                  </p:childTnLst>
                                </p:cTn>
                              </p:par>
                            </p:childTnLst>
                          </p:cTn>
                        </p:par>
                        <p:par>
                          <p:cTn id="58" fill="hold">
                            <p:stCondLst>
                              <p:cond delay="1000"/>
                            </p:stCondLst>
                            <p:childTnLst>
                              <p:par>
                                <p:cTn id="59" presetID="1" presetClass="entr" presetSubtype="0" fill="hold" grpId="0" nodeType="afterEffect">
                                  <p:stCondLst>
                                    <p:cond delay="0"/>
                                  </p:stCondLst>
                                  <p:childTnLst>
                                    <p:set>
                                      <p:cBhvr>
                                        <p:cTn id="60" dur="1" fill="hold">
                                          <p:stCondLst>
                                            <p:cond delay="0"/>
                                          </p:stCondLst>
                                        </p:cTn>
                                        <p:tgtEl>
                                          <p:spTgt spid="3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40"/>
                                        </p:tgtEl>
                                        <p:attrNameLst>
                                          <p:attrName>style.visibility</p:attrName>
                                        </p:attrNameLst>
                                      </p:cBhvr>
                                      <p:to>
                                        <p:strVal val="visible"/>
                                      </p:to>
                                    </p:set>
                                    <p:animEffect transition="in" filter="wipe(left)">
                                      <p:cBhvr>
                                        <p:cTn id="65" dur="500"/>
                                        <p:tgtEl>
                                          <p:spTgt spid="40"/>
                                        </p:tgtEl>
                                      </p:cBhvr>
                                    </p:animEffect>
                                  </p:childTnLst>
                                </p:cTn>
                              </p:par>
                            </p:childTnLst>
                          </p:cTn>
                        </p:par>
                        <p:par>
                          <p:cTn id="66" fill="hold">
                            <p:stCondLst>
                              <p:cond delay="500"/>
                            </p:stCondLst>
                            <p:childTnLst>
                              <p:par>
                                <p:cTn id="67" presetID="22" presetClass="entr" presetSubtype="1" fill="hold" nodeType="after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wipe(up)">
                                      <p:cBhvr>
                                        <p:cTn id="69" dur="500"/>
                                        <p:tgtEl>
                                          <p:spTgt spid="41"/>
                                        </p:tgtEl>
                                      </p:cBhvr>
                                    </p:animEffect>
                                  </p:childTnLst>
                                </p:cTn>
                              </p:par>
                            </p:childTnLst>
                          </p:cTn>
                        </p:par>
                        <p:par>
                          <p:cTn id="70" fill="hold">
                            <p:stCondLst>
                              <p:cond delay="1000"/>
                            </p:stCondLst>
                            <p:childTnLst>
                              <p:par>
                                <p:cTn id="71" presetID="1" presetClass="entr" presetSubtype="0" fill="hold" nodeType="afterEffect">
                                  <p:stCondLst>
                                    <p:cond delay="0"/>
                                  </p:stCondLst>
                                  <p:childTnLst>
                                    <p:set>
                                      <p:cBhvr>
                                        <p:cTn id="72" dur="1" fill="hold">
                                          <p:stCondLst>
                                            <p:cond delay="0"/>
                                          </p:stCondLst>
                                        </p:cTn>
                                        <p:tgtEl>
                                          <p:spTgt spid="4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nodeType="clickEffect">
                                  <p:stCondLst>
                                    <p:cond delay="0"/>
                                  </p:stCondLst>
                                  <p:childTnLst>
                                    <p:set>
                                      <p:cBhvr>
                                        <p:cTn id="76" dur="1" fill="hold">
                                          <p:stCondLst>
                                            <p:cond delay="0"/>
                                          </p:stCondLst>
                                        </p:cTn>
                                        <p:tgtEl>
                                          <p:spTgt spid="43"/>
                                        </p:tgtEl>
                                        <p:attrNameLst>
                                          <p:attrName>style.visibility</p:attrName>
                                        </p:attrNameLst>
                                      </p:cBhvr>
                                      <p:to>
                                        <p:strVal val="visible"/>
                                      </p:to>
                                    </p:set>
                                    <p:animEffect transition="in" filter="wipe(up)">
                                      <p:cBhvr>
                                        <p:cTn id="77" dur="500"/>
                                        <p:tgtEl>
                                          <p:spTgt spid="43"/>
                                        </p:tgtEl>
                                      </p:cBhvr>
                                    </p:animEffect>
                                  </p:childTnLst>
                                </p:cTn>
                              </p:par>
                            </p:childTnLst>
                          </p:cTn>
                        </p:par>
                        <p:par>
                          <p:cTn id="78" fill="hold">
                            <p:stCondLst>
                              <p:cond delay="500"/>
                            </p:stCondLst>
                            <p:childTnLst>
                              <p:par>
                                <p:cTn id="79" presetID="1" presetClass="entr" presetSubtype="0" fill="hold" grpId="0" nodeType="afterEffect">
                                  <p:stCondLst>
                                    <p:cond delay="0"/>
                                  </p:stCondLst>
                                  <p:childTnLst>
                                    <p:set>
                                      <p:cBhvr>
                                        <p:cTn id="80" dur="1" fill="hold">
                                          <p:stCondLst>
                                            <p:cond delay="0"/>
                                          </p:stCondLst>
                                        </p:cTn>
                                        <p:tgtEl>
                                          <p:spTgt spid="45"/>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22" presetClass="entr" presetSubtype="4" fill="hold" nodeType="clickEffect">
                                  <p:stCondLst>
                                    <p:cond delay="0"/>
                                  </p:stCondLst>
                                  <p:childTnLst>
                                    <p:set>
                                      <p:cBhvr>
                                        <p:cTn id="84" dur="1" fill="hold">
                                          <p:stCondLst>
                                            <p:cond delay="0"/>
                                          </p:stCondLst>
                                        </p:cTn>
                                        <p:tgtEl>
                                          <p:spTgt spid="47"/>
                                        </p:tgtEl>
                                        <p:attrNameLst>
                                          <p:attrName>style.visibility</p:attrName>
                                        </p:attrNameLst>
                                      </p:cBhvr>
                                      <p:to>
                                        <p:strVal val="visible"/>
                                      </p:to>
                                    </p:set>
                                    <p:animEffect transition="in" filter="wipe(down)">
                                      <p:cBhvr>
                                        <p:cTn id="85" dur="500"/>
                                        <p:tgtEl>
                                          <p:spTgt spid="47"/>
                                        </p:tgtEl>
                                      </p:cBhvr>
                                    </p:animEffect>
                                  </p:childTnLst>
                                </p:cTn>
                              </p:par>
                            </p:childTnLst>
                          </p:cTn>
                        </p:par>
                        <p:par>
                          <p:cTn id="86" fill="hold">
                            <p:stCondLst>
                              <p:cond delay="500"/>
                            </p:stCondLst>
                            <p:childTnLst>
                              <p:par>
                                <p:cTn id="87" presetID="1" presetClass="entr" presetSubtype="0" fill="hold" nodeType="afterEffect">
                                  <p:stCondLst>
                                    <p:cond delay="0"/>
                                  </p:stCondLst>
                                  <p:childTnLst>
                                    <p:set>
                                      <p:cBhvr>
                                        <p:cTn id="88" dur="1" fill="hold">
                                          <p:stCondLst>
                                            <p:cond delay="0"/>
                                          </p:stCondLst>
                                        </p:cTn>
                                        <p:tgtEl>
                                          <p:spTgt spid="49"/>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63"/>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64"/>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24"/>
                                        </p:tgtEl>
                                        <p:attrNameLst>
                                          <p:attrName>style.visibility</p:attrName>
                                        </p:attrNameLst>
                                      </p:cBhvr>
                                      <p:to>
                                        <p:strVal val="visible"/>
                                      </p:to>
                                    </p:set>
                                  </p:childTnLst>
                                </p:cTn>
                              </p:par>
                            </p:childTnLst>
                          </p:cTn>
                        </p:par>
                        <p:par>
                          <p:cTn id="99" fill="hold">
                            <p:stCondLst>
                              <p:cond delay="0"/>
                            </p:stCondLst>
                            <p:childTnLst>
                              <p:par>
                                <p:cTn id="100" presetID="1" presetClass="entr" presetSubtype="0" fill="hold" grpId="0" nodeType="afterEffect">
                                  <p:stCondLst>
                                    <p:cond delay="0"/>
                                  </p:stCondLst>
                                  <p:childTnLst>
                                    <p:set>
                                      <p:cBhvr>
                                        <p:cTn id="101" dur="1" fill="hold">
                                          <p:stCondLst>
                                            <p:cond delay="0"/>
                                          </p:stCondLst>
                                        </p:cTn>
                                        <p:tgtEl>
                                          <p:spTgt spid="39"/>
                                        </p:tgtEl>
                                        <p:attrNameLst>
                                          <p:attrName>style.visibility</p:attrName>
                                        </p:attrNameLst>
                                      </p:cBhvr>
                                      <p:to>
                                        <p:strVal val="visible"/>
                                      </p:to>
                                    </p:set>
                                  </p:childTnLst>
                                </p:cTn>
                              </p:par>
                              <p:par>
                                <p:cTn id="102" presetID="1" presetClass="entr" presetSubtype="0" fill="hold" grpId="0" nodeType="withEffect">
                                  <p:stCondLst>
                                    <p:cond delay="0"/>
                                  </p:stCondLst>
                                  <p:childTnLst>
                                    <p:set>
                                      <p:cBhvr>
                                        <p:cTn id="103" dur="1" fill="hold">
                                          <p:stCondLst>
                                            <p:cond delay="0"/>
                                          </p:stCondLst>
                                        </p:cTn>
                                        <p:tgtEl>
                                          <p:spTgt spid="4"/>
                                        </p:tgtEl>
                                        <p:attrNameLst>
                                          <p:attrName>style.visibility</p:attrName>
                                        </p:attrNameLst>
                                      </p:cBhvr>
                                      <p:to>
                                        <p:strVal val="visible"/>
                                      </p:to>
                                    </p:set>
                                  </p:childTnLst>
                                </p:cTn>
                              </p:par>
                            </p:childTnLst>
                          </p:cTn>
                        </p:par>
                        <p:par>
                          <p:cTn id="104" fill="hold">
                            <p:stCondLst>
                              <p:cond delay="0"/>
                            </p:stCondLst>
                            <p:childTnLst>
                              <p:par>
                                <p:cTn id="105" presetID="1" presetClass="entr" presetSubtype="0" fill="hold" grpId="0" nodeType="afterEffect">
                                  <p:stCondLst>
                                    <p:cond delay="0"/>
                                  </p:stCondLst>
                                  <p:childTnLst>
                                    <p:set>
                                      <p:cBhvr>
                                        <p:cTn id="106" dur="1" fill="hold">
                                          <p:stCondLst>
                                            <p:cond delay="0"/>
                                          </p:stCondLst>
                                        </p:cTn>
                                        <p:tgtEl>
                                          <p:spTgt spid="50"/>
                                        </p:tgtEl>
                                        <p:attrNameLst>
                                          <p:attrName>style.visibility</p:attrName>
                                        </p:attrNameLst>
                                      </p:cBhvr>
                                      <p:to>
                                        <p:strVal val="visible"/>
                                      </p:to>
                                    </p:set>
                                  </p:childTnLst>
                                </p:cTn>
                              </p:par>
                              <p:par>
                                <p:cTn id="107" presetID="22" presetClass="entr" presetSubtype="1" fill="hold" nodeType="withEffect">
                                  <p:stCondLst>
                                    <p:cond delay="0"/>
                                  </p:stCondLst>
                                  <p:childTnLst>
                                    <p:set>
                                      <p:cBhvr>
                                        <p:cTn id="108" dur="1" fill="hold">
                                          <p:stCondLst>
                                            <p:cond delay="0"/>
                                          </p:stCondLst>
                                        </p:cTn>
                                        <p:tgtEl>
                                          <p:spTgt spid="46"/>
                                        </p:tgtEl>
                                        <p:attrNameLst>
                                          <p:attrName>style.visibility</p:attrName>
                                        </p:attrNameLst>
                                      </p:cBhvr>
                                      <p:to>
                                        <p:strVal val="visible"/>
                                      </p:to>
                                    </p:set>
                                    <p:animEffect transition="in" filter="wipe(up)">
                                      <p:cBhvr>
                                        <p:cTn id="109" dur="500"/>
                                        <p:tgtEl>
                                          <p:spTgt spid="46"/>
                                        </p:tgtEl>
                                      </p:cBhvr>
                                    </p:animEffect>
                                  </p:childTnLst>
                                </p:cTn>
                              </p:par>
                            </p:childTnLst>
                          </p:cTn>
                        </p:par>
                        <p:par>
                          <p:cTn id="110" fill="hold">
                            <p:stCondLst>
                              <p:cond delay="500"/>
                            </p:stCondLst>
                            <p:childTnLst>
                              <p:par>
                                <p:cTn id="111" presetID="1" presetClass="entr" presetSubtype="0" fill="hold" grpId="0" nodeType="afterEffect">
                                  <p:stCondLst>
                                    <p:cond delay="0"/>
                                  </p:stCondLst>
                                  <p:childTnLst>
                                    <p:set>
                                      <p:cBhvr>
                                        <p:cTn id="112" dur="1" fill="hold">
                                          <p:stCondLst>
                                            <p:cond delay="0"/>
                                          </p:stCondLst>
                                        </p:cTn>
                                        <p:tgtEl>
                                          <p:spTgt spid="53"/>
                                        </p:tgtEl>
                                        <p:attrNameLst>
                                          <p:attrName>style.visibility</p:attrName>
                                        </p:attrNameLst>
                                      </p:cBhvr>
                                      <p:to>
                                        <p:strVal val="visible"/>
                                      </p:to>
                                    </p:set>
                                  </p:childTnLst>
                                </p:cTn>
                              </p:par>
                            </p:childTnLst>
                          </p:cTn>
                        </p:par>
                        <p:par>
                          <p:cTn id="113" fill="hold">
                            <p:stCondLst>
                              <p:cond delay="500"/>
                            </p:stCondLst>
                            <p:childTnLst>
                              <p:par>
                                <p:cTn id="114" presetID="22" presetClass="entr" presetSubtype="4" fill="hold" nodeType="afterEffect">
                                  <p:stCondLst>
                                    <p:cond delay="0"/>
                                  </p:stCondLst>
                                  <p:childTnLst>
                                    <p:set>
                                      <p:cBhvr>
                                        <p:cTn id="115" dur="1" fill="hold">
                                          <p:stCondLst>
                                            <p:cond delay="0"/>
                                          </p:stCondLst>
                                        </p:cTn>
                                        <p:tgtEl>
                                          <p:spTgt spid="54"/>
                                        </p:tgtEl>
                                        <p:attrNameLst>
                                          <p:attrName>style.visibility</p:attrName>
                                        </p:attrNameLst>
                                      </p:cBhvr>
                                      <p:to>
                                        <p:strVal val="visible"/>
                                      </p:to>
                                    </p:set>
                                    <p:animEffect transition="in" filter="wipe(down)">
                                      <p:cBhvr>
                                        <p:cTn id="116" dur="500"/>
                                        <p:tgtEl>
                                          <p:spTgt spid="54"/>
                                        </p:tgtEl>
                                      </p:cBhvr>
                                    </p:animEffect>
                                  </p:childTnLst>
                                </p:cTn>
                              </p:par>
                            </p:childTnLst>
                          </p:cTn>
                        </p:par>
                        <p:par>
                          <p:cTn id="117" fill="hold">
                            <p:stCondLst>
                              <p:cond delay="1000"/>
                            </p:stCondLst>
                            <p:childTnLst>
                              <p:par>
                                <p:cTn id="118" presetID="1" presetClass="entr" presetSubtype="0" fill="hold" nodeType="afterEffect">
                                  <p:stCondLst>
                                    <p:cond delay="0"/>
                                  </p:stCondLst>
                                  <p:childTnLst>
                                    <p:set>
                                      <p:cBhvr>
                                        <p:cTn id="119" dur="1" fill="hold">
                                          <p:stCondLst>
                                            <p:cond delay="0"/>
                                          </p:stCondLst>
                                        </p:cTn>
                                        <p:tgtEl>
                                          <p:spTgt spid="57"/>
                                        </p:tgtEl>
                                        <p:attrNameLst>
                                          <p:attrName>style.visibility</p:attrName>
                                        </p:attrNameLst>
                                      </p:cBhvr>
                                      <p:to>
                                        <p:strVal val="visible"/>
                                      </p:to>
                                    </p:set>
                                  </p:childTnLst>
                                </p:cTn>
                              </p:par>
                              <p:par>
                                <p:cTn id="120" presetID="1" presetClass="entr" presetSubtype="0" fill="hold" grpId="0" nodeType="withEffect">
                                  <p:stCondLst>
                                    <p:cond delay="0"/>
                                  </p:stCondLst>
                                  <p:childTnLst>
                                    <p:set>
                                      <p:cBhvr>
                                        <p:cTn id="121" dur="1" fill="hold">
                                          <p:stCondLst>
                                            <p:cond delay="0"/>
                                          </p:stCondLst>
                                        </p:cTn>
                                        <p:tgtEl>
                                          <p:spTgt spid="59"/>
                                        </p:tgtEl>
                                        <p:attrNameLst>
                                          <p:attrName>style.visibility</p:attrName>
                                        </p:attrNameLst>
                                      </p:cBhvr>
                                      <p:to>
                                        <p:strVal val="visible"/>
                                      </p:to>
                                    </p:set>
                                  </p:childTnLst>
                                </p:cTn>
                              </p:par>
                              <p:par>
                                <p:cTn id="122" presetID="1" presetClass="entr" presetSubtype="0" fill="hold" nodeType="withEffect">
                                  <p:stCondLst>
                                    <p:cond delay="0"/>
                                  </p:stCondLst>
                                  <p:childTnLst>
                                    <p:set>
                                      <p:cBhvr>
                                        <p:cTn id="123" dur="1" fill="hold">
                                          <p:stCondLst>
                                            <p:cond delay="0"/>
                                          </p:stCondLst>
                                        </p:cTn>
                                        <p:tgtEl>
                                          <p:spTgt spid="48"/>
                                        </p:tgtEl>
                                        <p:attrNameLst>
                                          <p:attrName>style.visibility</p:attrName>
                                        </p:attrNameLst>
                                      </p:cBhvr>
                                      <p:to>
                                        <p:strVal val="visible"/>
                                      </p:to>
                                    </p:set>
                                  </p:childTnLst>
                                </p:cTn>
                              </p:par>
                              <p:par>
                                <p:cTn id="124" presetID="1" presetClass="entr" presetSubtype="0" fill="hold" nodeType="withEffect">
                                  <p:stCondLst>
                                    <p:cond delay="0"/>
                                  </p:stCondLst>
                                  <p:childTnLst>
                                    <p:set>
                                      <p:cBhvr>
                                        <p:cTn id="125" dur="1" fill="hold">
                                          <p:stCondLst>
                                            <p:cond delay="0"/>
                                          </p:stCondLst>
                                        </p:cTn>
                                        <p:tgtEl>
                                          <p:spTgt spid="1033"/>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22" presetClass="entr" presetSubtype="4" fill="hold" nodeType="clickEffect">
                                  <p:stCondLst>
                                    <p:cond delay="0"/>
                                  </p:stCondLst>
                                  <p:childTnLst>
                                    <p:set>
                                      <p:cBhvr>
                                        <p:cTn id="129" dur="1" fill="hold">
                                          <p:stCondLst>
                                            <p:cond delay="0"/>
                                          </p:stCondLst>
                                        </p:cTn>
                                        <p:tgtEl>
                                          <p:spTgt spid="11"/>
                                        </p:tgtEl>
                                        <p:attrNameLst>
                                          <p:attrName>style.visibility</p:attrName>
                                        </p:attrNameLst>
                                      </p:cBhvr>
                                      <p:to>
                                        <p:strVal val="visible"/>
                                      </p:to>
                                    </p:set>
                                    <p:animEffect transition="in" filter="wipe(down)">
                                      <p:cBhvr>
                                        <p:cTn id="130" dur="500"/>
                                        <p:tgtEl>
                                          <p:spTgt spid="11"/>
                                        </p:tgtEl>
                                      </p:cBhvr>
                                    </p:animEffect>
                                  </p:childTnLst>
                                </p:cTn>
                              </p:par>
                            </p:childTnLst>
                          </p:cTn>
                        </p:par>
                        <p:par>
                          <p:cTn id="131" fill="hold">
                            <p:stCondLst>
                              <p:cond delay="500"/>
                            </p:stCondLst>
                            <p:childTnLst>
                              <p:par>
                                <p:cTn id="132" presetID="1" presetClass="entr" presetSubtype="0" fill="hold" grpId="0" nodeType="afterEffect">
                                  <p:stCondLst>
                                    <p:cond delay="0"/>
                                  </p:stCondLst>
                                  <p:childTnLst>
                                    <p:set>
                                      <p:cBhvr>
                                        <p:cTn id="133" dur="1" fill="hold">
                                          <p:stCondLst>
                                            <p:cond delay="0"/>
                                          </p:stCondLst>
                                        </p:cTn>
                                        <p:tgtEl>
                                          <p:spTgt spid="51"/>
                                        </p:tgtEl>
                                        <p:attrNameLst>
                                          <p:attrName>style.visibility</p:attrName>
                                        </p:attrNameLst>
                                      </p:cBhvr>
                                      <p:to>
                                        <p:strVal val="visible"/>
                                      </p:to>
                                    </p:set>
                                  </p:childTnLst>
                                </p:cTn>
                              </p:par>
                              <p:par>
                                <p:cTn id="134" presetID="1" presetClass="entr" presetSubtype="0" fill="hold" grpId="0" nodeType="withEffect">
                                  <p:stCondLst>
                                    <p:cond delay="0"/>
                                  </p:stCondLst>
                                  <p:childTnLst>
                                    <p:set>
                                      <p:cBhvr>
                                        <p:cTn id="135"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P spid="64" grpId="0" animBg="1"/>
      <p:bldP spid="12" grpId="0"/>
      <p:bldP spid="13" grpId="0"/>
      <p:bldP spid="38" grpId="0"/>
      <p:bldP spid="45" grpId="0"/>
      <p:bldP spid="53" grpId="0"/>
      <p:bldP spid="59" grpId="0"/>
      <p:bldP spid="61" grpId="0"/>
      <p:bldP spid="65" grpId="0"/>
      <p:bldP spid="66" grpId="0"/>
      <p:bldP spid="4" grpId="0" animBg="1"/>
      <p:bldP spid="39" grpId="0"/>
      <p:bldP spid="50" grpId="0"/>
      <p:bldP spid="51" grpId="0"/>
      <p:bldP spid="24" grpId="0"/>
      <p:bldP spid="5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History</a:t>
            </a:r>
          </a:p>
        </p:txBody>
      </p:sp>
      <p:sp>
        <p:nvSpPr>
          <p:cNvPr id="5" name="Content Placeholder 4"/>
          <p:cNvSpPr>
            <a:spLocks noGrp="1"/>
          </p:cNvSpPr>
          <p:nvPr>
            <p:ph idx="1"/>
          </p:nvPr>
        </p:nvSpPr>
        <p:spPr>
          <a:xfrm>
            <a:off x="76203" y="1106904"/>
            <a:ext cx="4511842" cy="5149516"/>
          </a:xfrm>
        </p:spPr>
        <p:txBody>
          <a:bodyPr/>
          <a:lstStyle/>
          <a:p>
            <a:r>
              <a:rPr lang="en-US" dirty="0"/>
              <a:t>Code Inspection </a:t>
            </a:r>
          </a:p>
          <a:p>
            <a:pPr lvl="1"/>
            <a:r>
              <a:rPr lang="en-US" dirty="0"/>
              <a:t>A.k.a. Fagan Inspection</a:t>
            </a:r>
          </a:p>
          <a:p>
            <a:pPr lvl="1"/>
            <a:r>
              <a:rPr lang="en-US" dirty="0"/>
              <a:t>Improves software quality</a:t>
            </a:r>
          </a:p>
          <a:p>
            <a:pPr marL="457200" lvl="1" indent="0">
              <a:buNone/>
            </a:pPr>
            <a:endParaRPr lang="en-US" dirty="0"/>
          </a:p>
          <a:p>
            <a:pPr marL="342900" lvl="1" indent="0">
              <a:buNone/>
            </a:pPr>
            <a:endParaRPr lang="en-US" dirty="0"/>
          </a:p>
        </p:txBody>
      </p:sp>
      <p:sp>
        <p:nvSpPr>
          <p:cNvPr id="8" name="Slide Number Placeholder 7"/>
          <p:cNvSpPr>
            <a:spLocks noGrp="1"/>
          </p:cNvSpPr>
          <p:nvPr>
            <p:ph type="sldNum" sz="quarter" idx="12"/>
          </p:nvPr>
        </p:nvSpPr>
        <p:spPr/>
        <p:txBody>
          <a:bodyPr/>
          <a:lstStyle/>
          <a:p>
            <a:fld id="{6D22F896-40B5-4ADD-8801-0D06FADFA095}" type="slidenum">
              <a:rPr lang="en-US" smtClean="0"/>
              <a:pPr/>
              <a:t>7</a:t>
            </a:fld>
            <a:endParaRPr lang="en-US" dirty="0"/>
          </a:p>
        </p:txBody>
      </p:sp>
      <p:sp>
        <p:nvSpPr>
          <p:cNvPr id="2" name="TextBox 1"/>
          <p:cNvSpPr txBox="1"/>
          <p:nvPr/>
        </p:nvSpPr>
        <p:spPr>
          <a:xfrm>
            <a:off x="5339374" y="9778477"/>
            <a:ext cx="184731" cy="461665"/>
          </a:xfrm>
          <a:prstGeom prst="rect">
            <a:avLst/>
          </a:prstGeom>
          <a:noFill/>
        </p:spPr>
        <p:txBody>
          <a:bodyPr wrap="none" rtlCol="0">
            <a:spAutoFit/>
          </a:bodyPr>
          <a:lstStyle/>
          <a:p>
            <a:endParaRPr lang="en-US" sz="2400" b="1" i="1" dirty="0"/>
          </a:p>
        </p:txBody>
      </p:sp>
      <p:sp>
        <p:nvSpPr>
          <p:cNvPr id="7" name="Rectangle 3"/>
          <p:cNvSpPr>
            <a:spLocks noChangeArrowheads="1"/>
          </p:cNvSpPr>
          <p:nvPr/>
        </p:nvSpPr>
        <p:spPr bwMode="auto">
          <a:xfrm>
            <a:off x="4238598" y="3540622"/>
            <a:ext cx="5044115" cy="1323439"/>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1" u="none" strike="noStrike" cap="none" normalizeH="0" baseline="0" dirty="0">
                <a:ln>
                  <a:noFill/>
                </a:ln>
                <a:solidFill>
                  <a:srgbClr val="222222"/>
                </a:solidFill>
                <a:effectLst/>
                <a:cs typeface="Arial" panose="020B0604020202020204" pitchFamily="34" charset="0"/>
              </a:rPr>
              <a:t>Fagan’s “snail curve” (Advances in Software Inspection, Fagan 2001), image (adapted color version) taken from (</a:t>
            </a:r>
            <a:r>
              <a:rPr kumimoji="0" lang="en-US" altLang="en-US" sz="1600" b="0" i="1" u="none" strike="noStrike" cap="none" normalizeH="0" baseline="0" dirty="0">
                <a:ln>
                  <a:noFill/>
                </a:ln>
                <a:solidFill>
                  <a:srgbClr val="1155CC"/>
                </a:solidFill>
                <a:effectLst/>
                <a:cs typeface="Arial" panose="020B0604020202020204" pitchFamily="34" charset="0"/>
                <a:hlinkClick r:id="rId3"/>
              </a:rPr>
              <a:t>http://www.embedded.com/design/prototyping-and-development/4023337/Verification-and-Validation</a:t>
            </a:r>
            <a:r>
              <a:rPr kumimoji="0" lang="en-US" altLang="en-US" sz="1600" b="0" i="1" u="none" strike="noStrike" cap="none" normalizeH="0" baseline="0" dirty="0">
                <a:ln>
                  <a:noFill/>
                </a:ln>
                <a:solidFill>
                  <a:srgbClr val="222222"/>
                </a:solidFill>
                <a:effectLst/>
                <a:cs typeface="Arial" panose="020B0604020202020204" pitchFamily="34" charset="0"/>
              </a:rPr>
              <a:t>)</a:t>
            </a:r>
            <a:r>
              <a:rPr kumimoji="0" lang="en-US" altLang="en-US" sz="1400" b="0" i="1" u="none" strike="noStrike" cap="none" normalizeH="0" baseline="0" dirty="0">
                <a:ln>
                  <a:noFill/>
                </a:ln>
                <a:solidFill>
                  <a:schemeClr val="tx1"/>
                </a:solidFill>
                <a:effectLst/>
              </a:rPr>
              <a:t> </a:t>
            </a:r>
            <a:endParaRPr kumimoji="0" lang="en-US" altLang="en-US" sz="4000" b="0" i="1" u="none" strike="noStrike" cap="none" normalizeH="0" baseline="0" dirty="0">
              <a:ln>
                <a:noFill/>
              </a:ln>
              <a:solidFill>
                <a:schemeClr val="tx1"/>
              </a:solidFill>
              <a:effectLst/>
            </a:endParaRPr>
          </a:p>
        </p:txBody>
      </p:sp>
      <p:pic>
        <p:nvPicPr>
          <p:cNvPr id="4" name="Picture 3"/>
          <p:cNvPicPr>
            <a:picLocks noChangeAspect="1"/>
          </p:cNvPicPr>
          <p:nvPr/>
        </p:nvPicPr>
        <p:blipFill>
          <a:blip r:embed="rId4"/>
          <a:stretch>
            <a:fillRect/>
          </a:stretch>
        </p:blipFill>
        <p:spPr>
          <a:xfrm>
            <a:off x="4238599" y="862875"/>
            <a:ext cx="4905402" cy="2491989"/>
          </a:xfrm>
          <a:prstGeom prst="rect">
            <a:avLst/>
          </a:prstGeom>
        </p:spPr>
      </p:pic>
    </p:spTree>
    <p:extLst>
      <p:ext uri="{BB962C8B-B14F-4D97-AF65-F5344CB8AC3E}">
        <p14:creationId xmlns="" xmlns:p14="http://schemas.microsoft.com/office/powerpoint/2010/main" val="1658760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Software Inspection</a:t>
            </a:r>
          </a:p>
        </p:txBody>
      </p:sp>
      <p:graphicFrame>
        <p:nvGraphicFramePr>
          <p:cNvPr id="9" name="Content Placeholder 8"/>
          <p:cNvGraphicFramePr>
            <a:graphicFrameLocks noGrp="1"/>
          </p:cNvGraphicFramePr>
          <p:nvPr>
            <p:ph idx="1"/>
            <p:extLst>
              <p:ext uri="{D42A27DB-BD31-4B8C-83A1-F6EECF244321}">
                <p14:modId xmlns="" xmlns:p14="http://schemas.microsoft.com/office/powerpoint/2010/main" val="317641842"/>
              </p:ext>
            </p:extLst>
          </p:nvPr>
        </p:nvGraphicFramePr>
        <p:xfrm>
          <a:off x="137160" y="860612"/>
          <a:ext cx="3680460" cy="52353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Slide Number Placeholder 7"/>
          <p:cNvSpPr>
            <a:spLocks noGrp="1"/>
          </p:cNvSpPr>
          <p:nvPr>
            <p:ph type="sldNum" sz="quarter" idx="12"/>
          </p:nvPr>
        </p:nvSpPr>
        <p:spPr/>
        <p:txBody>
          <a:bodyPr/>
          <a:lstStyle/>
          <a:p>
            <a:fld id="{6D22F896-40B5-4ADD-8801-0D06FADFA095}" type="slidenum">
              <a:rPr lang="en-US" smtClean="0"/>
              <a:pPr/>
              <a:t>8</a:t>
            </a:fld>
            <a:endParaRPr lang="en-US" dirty="0"/>
          </a:p>
        </p:txBody>
      </p:sp>
      <p:sp>
        <p:nvSpPr>
          <p:cNvPr id="2" name="TextBox 1"/>
          <p:cNvSpPr txBox="1"/>
          <p:nvPr/>
        </p:nvSpPr>
        <p:spPr>
          <a:xfrm>
            <a:off x="5339374" y="9778477"/>
            <a:ext cx="184731" cy="461665"/>
          </a:xfrm>
          <a:prstGeom prst="rect">
            <a:avLst/>
          </a:prstGeom>
          <a:noFill/>
        </p:spPr>
        <p:txBody>
          <a:bodyPr wrap="none" rtlCol="0">
            <a:spAutoFit/>
          </a:bodyPr>
          <a:lstStyle/>
          <a:p>
            <a:endParaRPr lang="en-US" sz="2400" b="1" i="1" dirty="0"/>
          </a:p>
        </p:txBody>
      </p:sp>
      <p:sp>
        <p:nvSpPr>
          <p:cNvPr id="21" name="Bent-Up Arrow 20"/>
          <p:cNvSpPr/>
          <p:nvPr/>
        </p:nvSpPr>
        <p:spPr bwMode="auto">
          <a:xfrm rot="16200000">
            <a:off x="1879900" y="2299446"/>
            <a:ext cx="3993778" cy="1438835"/>
          </a:xfrm>
          <a:prstGeom prst="bentUpArrow">
            <a:avLst>
              <a:gd name="adj1" fmla="val 11957"/>
              <a:gd name="adj2" fmla="val 11916"/>
              <a:gd name="adj3" fmla="val 23521"/>
            </a:avLst>
          </a:prstGeom>
          <a:solidFill>
            <a:schemeClr val="accent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a:endParaRPr>
          </a:p>
        </p:txBody>
      </p:sp>
      <p:sp>
        <p:nvSpPr>
          <p:cNvPr id="22" name="Rectangle 21"/>
          <p:cNvSpPr/>
          <p:nvPr/>
        </p:nvSpPr>
        <p:spPr bwMode="auto">
          <a:xfrm>
            <a:off x="3143050" y="4814047"/>
            <a:ext cx="1291790" cy="201706"/>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a:endParaRPr>
          </a:p>
        </p:txBody>
      </p:sp>
      <p:sp>
        <p:nvSpPr>
          <p:cNvPr id="23" name="Content Placeholder 4"/>
          <p:cNvSpPr txBox="1">
            <a:spLocks/>
          </p:cNvSpPr>
          <p:nvPr/>
        </p:nvSpPr>
        <p:spPr bwMode="auto">
          <a:xfrm>
            <a:off x="4769318" y="1221366"/>
            <a:ext cx="4511842" cy="514951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870000"/>
              </a:buClr>
              <a:buChar char="•"/>
              <a:defRPr sz="2800">
                <a:solidFill>
                  <a:schemeClr val="tx1"/>
                </a:solidFill>
                <a:latin typeface="Calibri" panose="020F0502020204030204" pitchFamily="34" charset="0"/>
                <a:ea typeface="+mn-ea"/>
                <a:cs typeface="+mn-cs"/>
              </a:defRPr>
            </a:lvl1pPr>
            <a:lvl2pPr marL="742950" indent="-285750" algn="l" rtl="0" eaLnBrk="1" fontAlgn="base" hangingPunct="1">
              <a:spcBef>
                <a:spcPct val="20000"/>
              </a:spcBef>
              <a:spcAft>
                <a:spcPct val="0"/>
              </a:spcAft>
              <a:buClr>
                <a:srgbClr val="870000"/>
              </a:buClr>
              <a:buChar char="–"/>
              <a:defRPr sz="2400">
                <a:solidFill>
                  <a:schemeClr val="tx1"/>
                </a:solidFill>
                <a:latin typeface="Calibri" panose="020F0502020204030204" pitchFamily="34" charset="0"/>
              </a:defRPr>
            </a:lvl2pPr>
            <a:lvl3pPr marL="1143000" indent="-228600" algn="l" rtl="0" eaLnBrk="1" fontAlgn="base" hangingPunct="1">
              <a:spcBef>
                <a:spcPct val="20000"/>
              </a:spcBef>
              <a:spcAft>
                <a:spcPct val="0"/>
              </a:spcAft>
              <a:buClr>
                <a:srgbClr val="870000"/>
              </a:buClr>
              <a:buChar char="•"/>
              <a:defRPr sz="2000">
                <a:solidFill>
                  <a:schemeClr val="tx1"/>
                </a:solidFill>
                <a:latin typeface="Calibri" panose="020F0502020204030204" pitchFamily="34" charset="0"/>
              </a:defRPr>
            </a:lvl3pPr>
            <a:lvl4pPr marL="1600200" indent="-228600" algn="l" rtl="0" eaLnBrk="1" fontAlgn="base" hangingPunct="1">
              <a:spcBef>
                <a:spcPct val="20000"/>
              </a:spcBef>
              <a:spcAft>
                <a:spcPct val="0"/>
              </a:spcAft>
              <a:buClr>
                <a:srgbClr val="870000"/>
              </a:buClr>
              <a:buChar char="–"/>
              <a:defRPr>
                <a:solidFill>
                  <a:schemeClr val="tx1"/>
                </a:solidFill>
                <a:latin typeface="Calibri" panose="020F0502020204030204" pitchFamily="34" charset="0"/>
              </a:defRPr>
            </a:lvl4pPr>
            <a:lvl5pPr marL="2057400" indent="-228600" algn="l" rtl="0" eaLnBrk="1" fontAlgn="base" hangingPunct="1">
              <a:spcBef>
                <a:spcPct val="20000"/>
              </a:spcBef>
              <a:spcAft>
                <a:spcPct val="0"/>
              </a:spcAft>
              <a:buClr>
                <a:srgbClr val="870000"/>
              </a:buClr>
              <a:buChar char="»"/>
              <a:defRPr sz="1600">
                <a:solidFill>
                  <a:schemeClr val="tx1"/>
                </a:solidFill>
                <a:latin typeface="Calibri" panose="020F0502020204030204" pitchFamily="34" charset="0"/>
              </a:defRPr>
            </a:lvl5pPr>
            <a:lvl6pPr marL="2514600" indent="-228600" algn="l" rtl="0" eaLnBrk="1" fontAlgn="base" hangingPunct="1">
              <a:spcBef>
                <a:spcPct val="20000"/>
              </a:spcBef>
              <a:spcAft>
                <a:spcPct val="0"/>
              </a:spcAft>
              <a:buClr>
                <a:srgbClr val="870000"/>
              </a:buClr>
              <a:buChar char="»"/>
              <a:defRPr sz="1600">
                <a:solidFill>
                  <a:schemeClr val="tx1"/>
                </a:solidFill>
                <a:latin typeface="+mn-lt"/>
              </a:defRPr>
            </a:lvl6pPr>
            <a:lvl7pPr marL="2971800" indent="-228600" algn="l" rtl="0" eaLnBrk="1" fontAlgn="base" hangingPunct="1">
              <a:spcBef>
                <a:spcPct val="20000"/>
              </a:spcBef>
              <a:spcAft>
                <a:spcPct val="0"/>
              </a:spcAft>
              <a:buClr>
                <a:srgbClr val="870000"/>
              </a:buClr>
              <a:buChar char="»"/>
              <a:defRPr sz="1600">
                <a:solidFill>
                  <a:schemeClr val="tx1"/>
                </a:solidFill>
                <a:latin typeface="+mn-lt"/>
              </a:defRPr>
            </a:lvl7pPr>
            <a:lvl8pPr marL="3429000" indent="-228600" algn="l" rtl="0" eaLnBrk="1" fontAlgn="base" hangingPunct="1">
              <a:spcBef>
                <a:spcPct val="20000"/>
              </a:spcBef>
              <a:spcAft>
                <a:spcPct val="0"/>
              </a:spcAft>
              <a:buClr>
                <a:srgbClr val="870000"/>
              </a:buClr>
              <a:buChar char="»"/>
              <a:defRPr sz="1600">
                <a:solidFill>
                  <a:schemeClr val="tx1"/>
                </a:solidFill>
                <a:latin typeface="+mn-lt"/>
              </a:defRPr>
            </a:lvl8pPr>
            <a:lvl9pPr marL="3886200" indent="-228600" algn="l" rtl="0" eaLnBrk="1" fontAlgn="base" hangingPunct="1">
              <a:spcBef>
                <a:spcPct val="20000"/>
              </a:spcBef>
              <a:spcAft>
                <a:spcPct val="0"/>
              </a:spcAft>
              <a:buClr>
                <a:srgbClr val="870000"/>
              </a:buClr>
              <a:buChar char="»"/>
              <a:defRPr sz="1600">
                <a:solidFill>
                  <a:schemeClr val="tx1"/>
                </a:solidFill>
                <a:latin typeface="+mn-lt"/>
              </a:defRPr>
            </a:lvl9pPr>
          </a:lstStyle>
          <a:p>
            <a:r>
              <a:rPr lang="en-US" kern="0" dirty="0"/>
              <a:t>Problems </a:t>
            </a:r>
          </a:p>
          <a:p>
            <a:pPr lvl="1"/>
            <a:r>
              <a:rPr lang="en-US" kern="0" dirty="0"/>
              <a:t>Process heavy</a:t>
            </a:r>
          </a:p>
          <a:p>
            <a:pPr lvl="1"/>
            <a:r>
              <a:rPr lang="en-US" kern="0" dirty="0"/>
              <a:t>Arranging meetings difficult</a:t>
            </a:r>
          </a:p>
          <a:p>
            <a:pPr lvl="1"/>
            <a:r>
              <a:rPr lang="en-US" kern="0" dirty="0"/>
              <a:t>High cost</a:t>
            </a:r>
          </a:p>
          <a:p>
            <a:pPr lvl="1"/>
            <a:r>
              <a:rPr lang="en-US" kern="0" dirty="0"/>
              <a:t>Low adoption</a:t>
            </a:r>
          </a:p>
          <a:p>
            <a:pPr marL="457200" lvl="1" indent="0">
              <a:buFontTx/>
              <a:buNone/>
            </a:pPr>
            <a:endParaRPr lang="en-US" kern="0" dirty="0"/>
          </a:p>
          <a:p>
            <a:pPr marL="342900" lvl="1" indent="0">
              <a:buFontTx/>
              <a:buNone/>
            </a:pPr>
            <a:endParaRPr lang="en-US" kern="0" dirty="0"/>
          </a:p>
        </p:txBody>
      </p:sp>
    </p:spTree>
    <p:extLst>
      <p:ext uri="{BB962C8B-B14F-4D97-AF65-F5344CB8AC3E}">
        <p14:creationId xmlns="" xmlns:p14="http://schemas.microsoft.com/office/powerpoint/2010/main" val="1320623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Code Review Tools</a:t>
            </a:r>
          </a:p>
        </p:txBody>
      </p:sp>
      <p:sp>
        <p:nvSpPr>
          <p:cNvPr id="4" name="Slide Number Placeholder 3"/>
          <p:cNvSpPr>
            <a:spLocks noGrp="1"/>
          </p:cNvSpPr>
          <p:nvPr>
            <p:ph type="sldNum" sz="quarter" idx="12"/>
          </p:nvPr>
        </p:nvSpPr>
        <p:spPr/>
        <p:txBody>
          <a:bodyPr/>
          <a:lstStyle/>
          <a:p>
            <a:fld id="{B49F71B0-1015-4D31-8384-23A63624B7DC}" type="slidenum">
              <a:rPr lang="en-US" smtClean="0"/>
              <a:pPr/>
              <a:t>9</a:t>
            </a:fld>
            <a:endParaRPr lang="en-US"/>
          </a:p>
        </p:txBody>
      </p:sp>
      <p:pic>
        <p:nvPicPr>
          <p:cNvPr id="1026" name="Picture 2" descr="http://commondatastorage.googleapis.com/gerrit-static/diffy-w200.png"/>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401053" y="855314"/>
            <a:ext cx="1261319" cy="1173028"/>
          </a:xfrm>
          <a:prstGeom prst="rect">
            <a:avLst/>
          </a:prstGeom>
          <a:noFill/>
          <a:extLst>
            <a:ext uri="{909E8E84-426E-40dd-AFC4-6F175D3DCCD1}">
              <a14:hiddenFill xmlns="" xmlns:a14="http://schemas.microsoft.com/office/drawing/2010/main">
                <a:solidFill>
                  <a:srgbClr val="FFFFFF"/>
                </a:solidFill>
              </a14:hiddenFill>
            </a:ext>
          </a:extLst>
        </p:spPr>
      </p:pic>
      <p:sp>
        <p:nvSpPr>
          <p:cNvPr id="5" name="TextBox 4"/>
          <p:cNvSpPr txBox="1"/>
          <p:nvPr/>
        </p:nvSpPr>
        <p:spPr>
          <a:xfrm>
            <a:off x="1864583" y="1180218"/>
            <a:ext cx="6519734" cy="523220"/>
          </a:xfrm>
          <a:prstGeom prst="rect">
            <a:avLst/>
          </a:prstGeom>
          <a:noFill/>
        </p:spPr>
        <p:txBody>
          <a:bodyPr wrap="none" rtlCol="0">
            <a:spAutoFit/>
          </a:bodyPr>
          <a:lstStyle/>
          <a:p>
            <a:r>
              <a:rPr lang="en-US" sz="2800" dirty="0"/>
              <a:t>Gerrit: </a:t>
            </a:r>
            <a:r>
              <a:rPr lang="en-US" sz="2800" dirty="0">
                <a:hlinkClick r:id="rId4"/>
              </a:rPr>
              <a:t>https://code.google.com/p/gerrit/</a:t>
            </a:r>
            <a:r>
              <a:rPr lang="en-US" sz="2800" dirty="0"/>
              <a:t> </a:t>
            </a:r>
          </a:p>
        </p:txBody>
      </p:sp>
      <p:pic>
        <p:nvPicPr>
          <p:cNvPr id="1028" name="Picture 4" descr="Logo"/>
          <p:cNvPicPr>
            <a:picLocks noChangeAspect="1" noChangeArrowheads="1"/>
          </p:cNvPicPr>
          <p:nvPr/>
        </p:nvPicPr>
        <p:blipFill>
          <a:blip r:embed="rId5">
            <a:extLst>
              <a:ext uri="{28A0092B-C50C-407E-A947-70E740481C1C}">
                <a14:useLocalDpi xmlns="" xmlns:a14="http://schemas.microsoft.com/office/drawing/2010/main" val="0"/>
              </a:ext>
            </a:extLst>
          </a:blip>
          <a:srcRect/>
          <a:stretch>
            <a:fillRect/>
          </a:stretch>
        </p:blipFill>
        <p:spPr bwMode="auto">
          <a:xfrm>
            <a:off x="478760" y="2556645"/>
            <a:ext cx="1105904" cy="1048702"/>
          </a:xfrm>
          <a:prstGeom prst="rect">
            <a:avLst/>
          </a:prstGeom>
          <a:noFill/>
          <a:extLst>
            <a:ext uri="{909E8E84-426E-40dd-AFC4-6F175D3DCCD1}">
              <a14:hiddenFill xmlns="" xmlns:a14="http://schemas.microsoft.com/office/drawing/2010/main">
                <a:solidFill>
                  <a:srgbClr val="FFFFFF"/>
                </a:solidFill>
              </a14:hiddenFill>
            </a:ext>
          </a:extLst>
        </p:spPr>
      </p:pic>
      <p:sp>
        <p:nvSpPr>
          <p:cNvPr id="8" name="TextBox 7"/>
          <p:cNvSpPr txBox="1"/>
          <p:nvPr/>
        </p:nvSpPr>
        <p:spPr>
          <a:xfrm>
            <a:off x="1864583" y="2672941"/>
            <a:ext cx="7339894" cy="523220"/>
          </a:xfrm>
          <a:prstGeom prst="rect">
            <a:avLst/>
          </a:prstGeom>
          <a:noFill/>
        </p:spPr>
        <p:txBody>
          <a:bodyPr wrap="none" rtlCol="0">
            <a:spAutoFit/>
          </a:bodyPr>
          <a:lstStyle/>
          <a:p>
            <a:r>
              <a:rPr lang="en-US" sz="2800" dirty="0"/>
              <a:t>Review Board: </a:t>
            </a:r>
            <a:r>
              <a:rPr lang="en-US" sz="2800" dirty="0">
                <a:hlinkClick r:id="rId4"/>
              </a:rPr>
              <a:t>https://www.reviewboard.org/</a:t>
            </a:r>
            <a:r>
              <a:rPr lang="en-US" sz="2800" dirty="0"/>
              <a:t> </a:t>
            </a:r>
          </a:p>
        </p:txBody>
      </p:sp>
      <p:pic>
        <p:nvPicPr>
          <p:cNvPr id="1030" name="Picture 6" descr="Image result for phabricator"/>
          <p:cNvPicPr>
            <a:picLocks noChangeAspect="1" noChangeArrowheads="1"/>
          </p:cNvPicPr>
          <p:nvPr/>
        </p:nvPicPr>
        <p:blipFill rotWithShape="1">
          <a:blip r:embed="rId6">
            <a:extLst>
              <a:ext uri="{28A0092B-C50C-407E-A947-70E740481C1C}">
                <a14:useLocalDpi xmlns="" xmlns:a14="http://schemas.microsoft.com/office/drawing/2010/main" val="0"/>
              </a:ext>
            </a:extLst>
          </a:blip>
          <a:srcRect l="19839" t="20837" r="18965" b="37133"/>
          <a:stretch/>
        </p:blipFill>
        <p:spPr bwMode="auto">
          <a:xfrm>
            <a:off x="388710" y="4133650"/>
            <a:ext cx="1475873" cy="811731"/>
          </a:xfrm>
          <a:prstGeom prst="rect">
            <a:avLst/>
          </a:prstGeom>
          <a:noFill/>
          <a:extLst>
            <a:ext uri="{909E8E84-426E-40dd-AFC4-6F175D3DCCD1}">
              <a14:hiddenFill xmlns="" xmlns:a14="http://schemas.microsoft.com/office/drawing/2010/main">
                <a:solidFill>
                  <a:srgbClr val="FFFFFF"/>
                </a:solidFill>
              </a14:hiddenFill>
            </a:ext>
          </a:extLst>
        </p:spPr>
      </p:pic>
      <p:sp>
        <p:nvSpPr>
          <p:cNvPr id="10" name="TextBox 9"/>
          <p:cNvSpPr txBox="1"/>
          <p:nvPr/>
        </p:nvSpPr>
        <p:spPr>
          <a:xfrm>
            <a:off x="1864583" y="4214968"/>
            <a:ext cx="5902000" cy="523220"/>
          </a:xfrm>
          <a:prstGeom prst="rect">
            <a:avLst/>
          </a:prstGeom>
          <a:noFill/>
        </p:spPr>
        <p:txBody>
          <a:bodyPr wrap="none" rtlCol="0">
            <a:spAutoFit/>
          </a:bodyPr>
          <a:lstStyle/>
          <a:p>
            <a:r>
              <a:rPr lang="en-US" sz="2800" dirty="0"/>
              <a:t>Phabricator: </a:t>
            </a:r>
            <a:r>
              <a:rPr lang="en-US" sz="2800" dirty="0">
                <a:hlinkClick r:id="rId4"/>
              </a:rPr>
              <a:t>https://phabricator.org/</a:t>
            </a:r>
            <a:r>
              <a:rPr lang="en-US" sz="2800" dirty="0"/>
              <a:t> </a:t>
            </a:r>
          </a:p>
        </p:txBody>
      </p:sp>
      <p:pic>
        <p:nvPicPr>
          <p:cNvPr id="1034" name="Picture 10" descr="Crucible Logo"/>
          <p:cNvPicPr>
            <a:picLocks noChangeAspect="1" noChangeArrowheads="1"/>
          </p:cNvPicPr>
          <p:nvPr/>
        </p:nvPicPr>
        <p:blipFill rotWithShape="1">
          <a:blip r:embed="rId7">
            <a:extLst>
              <a:ext uri="{28A0092B-C50C-407E-A947-70E740481C1C}">
                <a14:useLocalDpi xmlns="" xmlns:a14="http://schemas.microsoft.com/office/drawing/2010/main" val="0"/>
              </a:ext>
            </a:extLst>
          </a:blip>
          <a:srcRect r="79262" b="-4089"/>
          <a:stretch/>
        </p:blipFill>
        <p:spPr bwMode="auto">
          <a:xfrm>
            <a:off x="604755" y="5061346"/>
            <a:ext cx="979909" cy="1506762"/>
          </a:xfrm>
          <a:prstGeom prst="rect">
            <a:avLst/>
          </a:prstGeom>
          <a:noFill/>
          <a:extLst>
            <a:ext uri="{909E8E84-426E-40dd-AFC4-6F175D3DCCD1}">
              <a14:hiddenFill xmlns="" xmlns:a14="http://schemas.microsoft.com/office/drawing/2010/main">
                <a:solidFill>
                  <a:srgbClr val="FFFFFF"/>
                </a:solidFill>
              </a14:hiddenFill>
            </a:ext>
          </a:extLst>
        </p:spPr>
      </p:pic>
      <p:sp>
        <p:nvSpPr>
          <p:cNvPr id="13" name="TextBox 12"/>
          <p:cNvSpPr txBox="1"/>
          <p:nvPr/>
        </p:nvSpPr>
        <p:spPr>
          <a:xfrm>
            <a:off x="1864583" y="5405816"/>
            <a:ext cx="7218066" cy="954107"/>
          </a:xfrm>
          <a:prstGeom prst="rect">
            <a:avLst/>
          </a:prstGeom>
          <a:noFill/>
        </p:spPr>
        <p:txBody>
          <a:bodyPr wrap="none" rtlCol="0">
            <a:spAutoFit/>
          </a:bodyPr>
          <a:lstStyle/>
          <a:p>
            <a:r>
              <a:rPr lang="en-US" sz="2800" dirty="0"/>
              <a:t>Crucible: </a:t>
            </a:r>
          </a:p>
          <a:p>
            <a:r>
              <a:rPr lang="en-US" sz="2800" dirty="0">
                <a:hlinkClick r:id="rId8"/>
              </a:rPr>
              <a:t>https://www.atlassian.com/software/crucible</a:t>
            </a:r>
            <a:r>
              <a:rPr lang="en-US" sz="2800" dirty="0"/>
              <a:t> </a:t>
            </a:r>
          </a:p>
        </p:txBody>
      </p:sp>
    </p:spTree>
    <p:extLst>
      <p:ext uri="{BB962C8B-B14F-4D97-AF65-F5344CB8AC3E}">
        <p14:creationId xmlns="" xmlns:p14="http://schemas.microsoft.com/office/powerpoint/2010/main" val="10303024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753244" y="4706779"/>
            <a:ext cx="4261661" cy="461665"/>
          </a:xfrm>
          <a:prstGeom prst="rect">
            <a:avLst/>
          </a:prstGeom>
          <a:noFill/>
        </p:spPr>
        <p:txBody>
          <a:bodyPr wrap="square" rtlCol="0">
            <a:spAutoFit/>
          </a:bodyPr>
          <a:lstStyle/>
          <a:p>
            <a:r>
              <a:rPr lang="en-US" sz="2400" dirty="0"/>
              <a:t> X 6 hours/ week X $50 /hour</a:t>
            </a:r>
          </a:p>
        </p:txBody>
      </p:sp>
      <p:sp>
        <p:nvSpPr>
          <p:cNvPr id="7" name="TextBox 6"/>
          <p:cNvSpPr txBox="1"/>
          <p:nvPr/>
        </p:nvSpPr>
        <p:spPr>
          <a:xfrm>
            <a:off x="1487978" y="1499590"/>
            <a:ext cx="3773979" cy="461665"/>
          </a:xfrm>
          <a:prstGeom prst="rect">
            <a:avLst/>
          </a:prstGeom>
          <a:noFill/>
        </p:spPr>
        <p:txBody>
          <a:bodyPr wrap="square" rtlCol="0">
            <a:spAutoFit/>
          </a:bodyPr>
          <a:lstStyle/>
          <a:p>
            <a:r>
              <a:rPr lang="en-US" sz="2400" dirty="0"/>
              <a:t>Avg. 6 hours / week</a:t>
            </a:r>
          </a:p>
        </p:txBody>
      </p:sp>
      <p:sp>
        <p:nvSpPr>
          <p:cNvPr id="8" name="TextBox 7"/>
          <p:cNvSpPr txBox="1"/>
          <p:nvPr/>
        </p:nvSpPr>
        <p:spPr>
          <a:xfrm>
            <a:off x="4699457" y="2919948"/>
            <a:ext cx="4261661" cy="461665"/>
          </a:xfrm>
          <a:prstGeom prst="rect">
            <a:avLst/>
          </a:prstGeom>
          <a:noFill/>
        </p:spPr>
        <p:txBody>
          <a:bodyPr wrap="square" rtlCol="0">
            <a:spAutoFit/>
          </a:bodyPr>
          <a:lstStyle/>
          <a:p>
            <a:r>
              <a:rPr lang="en-US" sz="2400" dirty="0"/>
              <a:t>10%~15% of developer times</a:t>
            </a:r>
          </a:p>
        </p:txBody>
      </p:sp>
      <p:graphicFrame>
        <p:nvGraphicFramePr>
          <p:cNvPr id="3" name="Chart 2"/>
          <p:cNvGraphicFramePr/>
          <p:nvPr>
            <p:extLst/>
          </p:nvPr>
        </p:nvGraphicFramePr>
        <p:xfrm>
          <a:off x="3818312" y="2811957"/>
          <a:ext cx="1097280" cy="782196"/>
        </p:xfrm>
        <a:graphic>
          <a:graphicData uri="http://schemas.openxmlformats.org/drawingml/2006/chart">
            <c:chart xmlns:c="http://schemas.openxmlformats.org/drawingml/2006/chart" xmlns:r="http://schemas.openxmlformats.org/officeDocument/2006/relationships" r:id="rId3"/>
          </a:graphicData>
        </a:graphic>
      </p:graphicFrame>
      <p:pic>
        <p:nvPicPr>
          <p:cNvPr id="4" name="Picture 3"/>
          <p:cNvPicPr>
            <a:picLocks noChangeAspect="1"/>
          </p:cNvPicPr>
          <p:nvPr/>
        </p:nvPicPr>
        <p:blipFill>
          <a:blip r:embed="rId4" cstate="print">
            <a:duotone>
              <a:schemeClr val="accent1">
                <a:shade val="45000"/>
                <a:satMod val="135000"/>
              </a:schemeClr>
              <a:prstClr val="white"/>
            </a:duotone>
            <a:extLst>
              <a:ext uri="{28A0092B-C50C-407E-A947-70E740481C1C}">
                <a14:useLocalDpi xmlns="" xmlns:a14="http://schemas.microsoft.com/office/drawing/2010/main" val="0"/>
              </a:ext>
            </a:extLst>
          </a:blip>
          <a:stretch>
            <a:fillRect/>
          </a:stretch>
        </p:blipFill>
        <p:spPr>
          <a:xfrm>
            <a:off x="453042" y="1283613"/>
            <a:ext cx="893620" cy="893620"/>
          </a:xfrm>
          <a:prstGeom prst="rect">
            <a:avLst/>
          </a:prstGeom>
        </p:spPr>
      </p:pic>
      <p:sp>
        <p:nvSpPr>
          <p:cNvPr id="10" name="Title 9"/>
          <p:cNvSpPr>
            <a:spLocks noGrp="1"/>
          </p:cNvSpPr>
          <p:nvPr>
            <p:ph type="title"/>
          </p:nvPr>
        </p:nvSpPr>
        <p:spPr/>
        <p:txBody>
          <a:bodyPr/>
          <a:lstStyle/>
          <a:p>
            <a:r>
              <a:rPr lang="en-US" dirty="0"/>
              <a:t>Code Review Efforts</a:t>
            </a:r>
          </a:p>
        </p:txBody>
      </p:sp>
      <p:sp>
        <p:nvSpPr>
          <p:cNvPr id="9" name="Slide Number Placeholder 8"/>
          <p:cNvSpPr>
            <a:spLocks noGrp="1"/>
          </p:cNvSpPr>
          <p:nvPr>
            <p:ph type="sldNum" sz="quarter" idx="12"/>
          </p:nvPr>
        </p:nvSpPr>
        <p:spPr/>
        <p:txBody>
          <a:bodyPr/>
          <a:lstStyle/>
          <a:p>
            <a:fld id="{B49F71B0-1015-4D31-8384-23A63624B7DC}" type="slidenum">
              <a:rPr lang="en-US" smtClean="0"/>
              <a:pPr/>
              <a:t>10</a:t>
            </a:fld>
            <a:endParaRPr lang="en-US"/>
          </a:p>
        </p:txBody>
      </p:sp>
      <p:pic>
        <p:nvPicPr>
          <p:cNvPr id="11" name="Picture 10"/>
          <p:cNvPicPr>
            <a:picLocks noChangeAspect="1"/>
          </p:cNvPicPr>
          <p:nvPr/>
        </p:nvPicPr>
        <p:blipFill>
          <a:blip r:embed="rId5" cstate="print">
            <a:extLst>
              <a:ext uri="{28A0092B-C50C-407E-A947-70E740481C1C}">
                <a14:useLocalDpi xmlns="" xmlns:a14="http://schemas.microsoft.com/office/drawing/2010/main" val="0"/>
              </a:ext>
            </a:extLst>
          </a:blip>
          <a:stretch>
            <a:fillRect/>
          </a:stretch>
        </p:blipFill>
        <p:spPr>
          <a:xfrm>
            <a:off x="179175" y="4706779"/>
            <a:ext cx="1857441" cy="456981"/>
          </a:xfrm>
          <a:prstGeom prst="rect">
            <a:avLst/>
          </a:prstGeom>
        </p:spPr>
      </p:pic>
      <p:sp>
        <p:nvSpPr>
          <p:cNvPr id="2" name="TextBox 1"/>
          <p:cNvSpPr txBox="1"/>
          <p:nvPr/>
        </p:nvSpPr>
        <p:spPr>
          <a:xfrm>
            <a:off x="2124636" y="5448890"/>
            <a:ext cx="4703211" cy="646331"/>
          </a:xfrm>
          <a:prstGeom prst="rect">
            <a:avLst/>
          </a:prstGeom>
          <a:noFill/>
        </p:spPr>
        <p:txBody>
          <a:bodyPr wrap="none" rtlCol="0">
            <a:spAutoFit/>
          </a:bodyPr>
          <a:lstStyle/>
          <a:p>
            <a:r>
              <a:rPr lang="en-US" sz="3600" dirty="0">
                <a:solidFill>
                  <a:srgbClr val="800000"/>
                </a:solidFill>
              </a:rPr>
              <a:t>= $15,000,000 / Week</a:t>
            </a:r>
          </a:p>
        </p:txBody>
      </p:sp>
      <p:sp>
        <p:nvSpPr>
          <p:cNvPr id="12" name="TextBox 11"/>
          <p:cNvSpPr txBox="1"/>
          <p:nvPr/>
        </p:nvSpPr>
        <p:spPr>
          <a:xfrm>
            <a:off x="2036616" y="4706779"/>
            <a:ext cx="3073266" cy="461665"/>
          </a:xfrm>
          <a:prstGeom prst="rect">
            <a:avLst/>
          </a:prstGeom>
          <a:noFill/>
        </p:spPr>
        <p:txBody>
          <a:bodyPr wrap="square" rtlCol="0">
            <a:spAutoFit/>
          </a:bodyPr>
          <a:lstStyle/>
          <a:p>
            <a:r>
              <a:rPr lang="en-US" sz="2400" dirty="0"/>
              <a:t>: 50,000 developers</a:t>
            </a:r>
          </a:p>
        </p:txBody>
      </p:sp>
    </p:spTree>
    <p:extLst>
      <p:ext uri="{BB962C8B-B14F-4D97-AF65-F5344CB8AC3E}">
        <p14:creationId xmlns="" xmlns:p14="http://schemas.microsoft.com/office/powerpoint/2010/main" val="2638350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Graphic spid="3" grpId="0">
        <p:bldAsOne/>
      </p:bldGraphic>
      <p:bldP spid="2"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Simplified code review workflow</a:t>
            </a:r>
          </a:p>
        </p:txBody>
      </p:sp>
      <p:sp>
        <p:nvSpPr>
          <p:cNvPr id="4" name="Slide Number Placeholder 3"/>
          <p:cNvSpPr>
            <a:spLocks noGrp="1"/>
          </p:cNvSpPr>
          <p:nvPr>
            <p:ph type="sldNum" sz="quarter" idx="12"/>
          </p:nvPr>
        </p:nvSpPr>
        <p:spPr>
          <a:xfrm>
            <a:off x="8293608" y="6249592"/>
            <a:ext cx="685800" cy="381000"/>
          </a:xfrm>
        </p:spPr>
        <p:txBody>
          <a:bodyPr/>
          <a:lstStyle/>
          <a:p>
            <a:fld id="{4326CE6F-D9CB-4ADC-ABE9-3EADDBF4F4B5}" type="slidenum">
              <a:rPr lang="en-US" smtClean="0"/>
              <a:pPr/>
              <a:t>11</a:t>
            </a:fld>
            <a:endParaRPr lang="en-US" dirty="0"/>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15492" y="4526450"/>
            <a:ext cx="652654" cy="571501"/>
          </a:xfrm>
          <a:prstGeom prst="rect">
            <a:avLst/>
          </a:prstGeom>
        </p:spPr>
      </p:pic>
      <p:pic>
        <p:nvPicPr>
          <p:cNvPr id="6" name="Picture 5"/>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969817" y="3021765"/>
            <a:ext cx="895109" cy="895109"/>
          </a:xfrm>
          <a:prstGeom prst="rect">
            <a:avLst/>
          </a:prstGeom>
        </p:spPr>
      </p:pic>
      <p:pic>
        <p:nvPicPr>
          <p:cNvPr id="1026" name="Picture 2" descr="https://moodle.org/pluginfile.php/50/local_plugins/category_defaultlogo/25/db.jpg"/>
          <p:cNvPicPr>
            <a:picLocks noChangeAspect="1" noChangeArrowheads="1"/>
          </p:cNvPicPr>
          <p:nvPr/>
        </p:nvPicPr>
        <p:blipFill>
          <a:blip r:embed="rId4" cstate="print">
            <a:extLst>
              <a:ext uri="{BEBA8EAE-BF5A-486C-A8C5-ECC9F3942E4B}">
                <a14:imgProps xmlns="" xmlns:a14="http://schemas.microsoft.com/office/drawing/2010/main">
                  <a14:imgLayer r:embed="rId5">
                    <a14:imgEffect>
                      <a14:backgroundRemoval t="0" b="100000" l="4902" r="100000"/>
                    </a14:imgEffect>
                  </a14:imgLayer>
                </a14:imgProps>
              </a:ext>
              <a:ext uri="{28A0092B-C50C-407E-A947-70E740481C1C}">
                <a14:useLocalDpi xmlns="" xmlns:a14="http://schemas.microsoft.com/office/drawing/2010/main" val="0"/>
              </a:ext>
            </a:extLst>
          </a:blip>
          <a:srcRect/>
          <a:stretch>
            <a:fillRect/>
          </a:stretch>
        </p:blipFill>
        <p:spPr bwMode="auto">
          <a:xfrm>
            <a:off x="6745655" y="1679226"/>
            <a:ext cx="678384" cy="678385"/>
          </a:xfrm>
          <a:prstGeom prst="rect">
            <a:avLst/>
          </a:prstGeom>
          <a:noFill/>
          <a:extLst>
            <a:ext uri="{909E8E84-426E-40dd-AFC4-6F175D3DCCD1}">
              <a14:hiddenFill xmlns="" xmlns:a14="http://schemas.microsoft.com/office/drawing/2010/main">
                <a:solidFill>
                  <a:srgbClr val="FFFFFF"/>
                </a:solidFill>
              </a14:hiddenFill>
            </a:ext>
          </a:extLst>
        </p:spPr>
      </p:pic>
      <p:pic>
        <p:nvPicPr>
          <p:cNvPr id="8" name="Picture 2" descr="https://moodle.org/pluginfile.php/50/local_plugins/category_defaultlogo/25/db.jpg"/>
          <p:cNvPicPr>
            <a:picLocks noChangeAspect="1" noChangeArrowheads="1"/>
          </p:cNvPicPr>
          <p:nvPr/>
        </p:nvPicPr>
        <p:blipFill>
          <a:blip r:embed="rId4" cstate="print">
            <a:duotone>
              <a:schemeClr val="accent1">
                <a:shade val="45000"/>
                <a:satMod val="135000"/>
              </a:schemeClr>
              <a:prstClr val="white"/>
            </a:duotone>
            <a:extLst>
              <a:ext uri="{BEBA8EAE-BF5A-486C-A8C5-ECC9F3942E4B}">
                <a14:imgProps xmlns="" xmlns:a14="http://schemas.microsoft.com/office/drawing/2010/main">
                  <a14:imgLayer r:embed="rId5">
                    <a14:imgEffect>
                      <a14:backgroundRemoval t="0" b="100000" l="4902" r="100000"/>
                    </a14:imgEffect>
                  </a14:imgLayer>
                </a14:imgProps>
              </a:ext>
              <a:ext uri="{28A0092B-C50C-407E-A947-70E740481C1C}">
                <a14:useLocalDpi xmlns="" xmlns:a14="http://schemas.microsoft.com/office/drawing/2010/main" val="0"/>
              </a:ext>
            </a:extLst>
          </a:blip>
          <a:srcRect/>
          <a:stretch>
            <a:fillRect/>
          </a:stretch>
        </p:blipFill>
        <p:spPr bwMode="auto">
          <a:xfrm>
            <a:off x="4149681" y="1616506"/>
            <a:ext cx="678384" cy="678385"/>
          </a:xfrm>
          <a:prstGeom prst="rect">
            <a:avLst/>
          </a:prstGeom>
          <a:noFill/>
          <a:extLst>
            <a:ext uri="{909E8E84-426E-40dd-AFC4-6F175D3DCCD1}">
              <a14:hiddenFill xmlns="" xmlns:a14="http://schemas.microsoft.com/office/drawing/2010/main">
                <a:solidFill>
                  <a:srgbClr val="FFFFFF"/>
                </a:solidFill>
              </a14:hiddenFill>
            </a:ext>
          </a:extLst>
        </p:spPr>
      </p:pic>
      <p:pic>
        <p:nvPicPr>
          <p:cNvPr id="1028" name="Picture 4" descr="http://www.scii.in/Canvas/images/User.png"/>
          <p:cNvPicPr>
            <a:picLocks noChangeAspect="1" noChangeArrowheads="1"/>
          </p:cNvPicPr>
          <p:nvPr/>
        </p:nvPicPr>
        <p:blipFill>
          <a:blip r:embed="rId6" cstate="print">
            <a:extLst>
              <a:ext uri="{28A0092B-C50C-407E-A947-70E740481C1C}">
                <a14:useLocalDpi xmlns="" xmlns:a14="http://schemas.microsoft.com/office/drawing/2010/main" val="0"/>
              </a:ext>
            </a:extLst>
          </a:blip>
          <a:srcRect/>
          <a:stretch>
            <a:fillRect/>
          </a:stretch>
        </p:blipFill>
        <p:spPr bwMode="auto">
          <a:xfrm>
            <a:off x="4890455" y="3420306"/>
            <a:ext cx="909232" cy="909232"/>
          </a:xfrm>
          <a:prstGeom prst="rect">
            <a:avLst/>
          </a:prstGeom>
          <a:noFill/>
          <a:extLst>
            <a:ext uri="{909E8E84-426E-40dd-AFC4-6F175D3DCCD1}">
              <a14:hiddenFill xmlns="" xmlns:a14="http://schemas.microsoft.com/office/drawing/2010/main">
                <a:solidFill>
                  <a:srgbClr val="FFFFFF"/>
                </a:solidFill>
              </a14:hiddenFill>
            </a:ext>
          </a:extLst>
        </p:spPr>
      </p:pic>
      <p:cxnSp>
        <p:nvCxnSpPr>
          <p:cNvPr id="15" name="Straight Arrow Connector 14"/>
          <p:cNvCxnSpPr/>
          <p:nvPr/>
        </p:nvCxnSpPr>
        <p:spPr>
          <a:xfrm flipH="1" flipV="1">
            <a:off x="4974465" y="2138863"/>
            <a:ext cx="490084" cy="1250345"/>
          </a:xfrm>
          <a:prstGeom prst="straightConnector1">
            <a:avLst/>
          </a:prstGeom>
          <a:ln w="76200">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8" name="Elbow Connector 17"/>
          <p:cNvCxnSpPr/>
          <p:nvPr/>
        </p:nvCxnSpPr>
        <p:spPr>
          <a:xfrm flipV="1">
            <a:off x="1653301" y="2366067"/>
            <a:ext cx="2502773" cy="1125677"/>
          </a:xfrm>
          <a:prstGeom prst="bentConnector2">
            <a:avLst/>
          </a:prstGeom>
          <a:ln w="76200">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0" name="Elbow Connector 19"/>
          <p:cNvCxnSpPr>
            <a:endCxn id="5" idx="3"/>
          </p:cNvCxnSpPr>
          <p:nvPr/>
        </p:nvCxnSpPr>
        <p:spPr>
          <a:xfrm rot="10800000" flipV="1">
            <a:off x="1668145" y="2525152"/>
            <a:ext cx="2737892" cy="2287049"/>
          </a:xfrm>
          <a:prstGeom prst="bentConnector3">
            <a:avLst>
              <a:gd name="adj1" fmla="val 609"/>
            </a:avLst>
          </a:prstGeom>
          <a:ln w="76200">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5" idx="0"/>
          </p:cNvCxnSpPr>
          <p:nvPr/>
        </p:nvCxnSpPr>
        <p:spPr>
          <a:xfrm flipH="1" flipV="1">
            <a:off x="1311292" y="3868100"/>
            <a:ext cx="30527" cy="658350"/>
          </a:xfrm>
          <a:prstGeom prst="straightConnector1">
            <a:avLst/>
          </a:prstGeom>
          <a:ln w="76200">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4706890" y="2396379"/>
            <a:ext cx="338639" cy="1023928"/>
          </a:xfrm>
          <a:prstGeom prst="straightConnector1">
            <a:avLst/>
          </a:prstGeom>
          <a:ln w="76200">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rot="10800000" flipV="1">
            <a:off x="1359142" y="1987139"/>
            <a:ext cx="2686688" cy="1130613"/>
          </a:xfrm>
          <a:prstGeom prst="bentConnector3">
            <a:avLst>
              <a:gd name="adj1" fmla="val 99763"/>
            </a:avLst>
          </a:prstGeom>
          <a:ln w="76200">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150062" y="4514262"/>
            <a:ext cx="426720" cy="300082"/>
          </a:xfrm>
          <a:prstGeom prst="rect">
            <a:avLst/>
          </a:prstGeom>
          <a:noFill/>
        </p:spPr>
        <p:txBody>
          <a:bodyPr wrap="none" rtlCol="0">
            <a:spAutoFit/>
          </a:bodyPr>
          <a:lstStyle/>
          <a:p>
            <a:r>
              <a:rPr lang="en-US" sz="1350" i="1" dirty="0"/>
              <a:t>No</a:t>
            </a:r>
          </a:p>
        </p:txBody>
      </p:sp>
      <p:sp>
        <p:nvSpPr>
          <p:cNvPr id="19" name="TextBox 18"/>
          <p:cNvSpPr txBox="1"/>
          <p:nvPr/>
        </p:nvSpPr>
        <p:spPr>
          <a:xfrm>
            <a:off x="49511" y="2931452"/>
            <a:ext cx="1181734" cy="715581"/>
          </a:xfrm>
          <a:prstGeom prst="rect">
            <a:avLst/>
          </a:prstGeom>
          <a:noFill/>
        </p:spPr>
        <p:txBody>
          <a:bodyPr wrap="none" rtlCol="0">
            <a:spAutoFit/>
          </a:bodyPr>
          <a:lstStyle/>
          <a:p>
            <a:r>
              <a:rPr lang="en-US" sz="1350" b="1" dirty="0"/>
              <a:t>Developer’s</a:t>
            </a:r>
          </a:p>
          <a:p>
            <a:r>
              <a:rPr lang="en-US" sz="1350" b="1" dirty="0"/>
              <a:t>Local</a:t>
            </a:r>
          </a:p>
          <a:p>
            <a:r>
              <a:rPr lang="en-US" sz="1350" b="1" dirty="0"/>
              <a:t>Branch</a:t>
            </a:r>
          </a:p>
        </p:txBody>
      </p:sp>
      <p:sp>
        <p:nvSpPr>
          <p:cNvPr id="21" name="TextBox 20"/>
          <p:cNvSpPr txBox="1"/>
          <p:nvPr/>
        </p:nvSpPr>
        <p:spPr>
          <a:xfrm>
            <a:off x="3756837" y="1270666"/>
            <a:ext cx="1846980" cy="300082"/>
          </a:xfrm>
          <a:prstGeom prst="rect">
            <a:avLst/>
          </a:prstGeom>
          <a:noFill/>
        </p:spPr>
        <p:txBody>
          <a:bodyPr wrap="none" rtlCol="0">
            <a:spAutoFit/>
          </a:bodyPr>
          <a:lstStyle/>
          <a:p>
            <a:r>
              <a:rPr lang="en-US" sz="1350" b="1" dirty="0"/>
              <a:t>Code review repository</a:t>
            </a:r>
          </a:p>
        </p:txBody>
      </p:sp>
      <p:sp>
        <p:nvSpPr>
          <p:cNvPr id="22" name="TextBox 21"/>
          <p:cNvSpPr txBox="1"/>
          <p:nvPr/>
        </p:nvSpPr>
        <p:spPr>
          <a:xfrm>
            <a:off x="6546722" y="1124264"/>
            <a:ext cx="1245854" cy="507831"/>
          </a:xfrm>
          <a:prstGeom prst="rect">
            <a:avLst/>
          </a:prstGeom>
          <a:noFill/>
        </p:spPr>
        <p:txBody>
          <a:bodyPr wrap="none" rtlCol="0">
            <a:spAutoFit/>
          </a:bodyPr>
          <a:lstStyle/>
          <a:p>
            <a:r>
              <a:rPr lang="en-US" sz="1350" b="1" dirty="0"/>
              <a:t>Main project</a:t>
            </a:r>
          </a:p>
          <a:p>
            <a:r>
              <a:rPr lang="en-US" sz="1350" b="1" dirty="0"/>
              <a:t> branch</a:t>
            </a:r>
          </a:p>
        </p:txBody>
      </p:sp>
      <p:sp>
        <p:nvSpPr>
          <p:cNvPr id="23" name="TextBox 22"/>
          <p:cNvSpPr txBox="1"/>
          <p:nvPr/>
        </p:nvSpPr>
        <p:spPr>
          <a:xfrm>
            <a:off x="4909924" y="4267350"/>
            <a:ext cx="949299" cy="300082"/>
          </a:xfrm>
          <a:prstGeom prst="rect">
            <a:avLst/>
          </a:prstGeom>
          <a:noFill/>
        </p:spPr>
        <p:txBody>
          <a:bodyPr wrap="none" rtlCol="0">
            <a:spAutoFit/>
          </a:bodyPr>
          <a:lstStyle/>
          <a:p>
            <a:r>
              <a:rPr lang="en-US" sz="1350" b="1" dirty="0"/>
              <a:t>Reviewer</a:t>
            </a:r>
          </a:p>
        </p:txBody>
      </p:sp>
      <p:cxnSp>
        <p:nvCxnSpPr>
          <p:cNvPr id="11" name="Straight Arrow Connector 10"/>
          <p:cNvCxnSpPr>
            <a:endCxn id="1026" idx="1"/>
          </p:cNvCxnSpPr>
          <p:nvPr/>
        </p:nvCxnSpPr>
        <p:spPr>
          <a:xfrm>
            <a:off x="5052131" y="1966525"/>
            <a:ext cx="1693524" cy="51893"/>
          </a:xfrm>
          <a:prstGeom prst="straightConnector1">
            <a:avLst/>
          </a:prstGeom>
          <a:ln w="762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Diamond 15"/>
          <p:cNvSpPr/>
          <p:nvPr/>
        </p:nvSpPr>
        <p:spPr>
          <a:xfrm>
            <a:off x="6431671" y="3278890"/>
            <a:ext cx="1440539" cy="1121483"/>
          </a:xfrm>
          <a:prstGeom prst="diamond">
            <a:avLst/>
          </a:prstGeom>
          <a:noFill/>
          <a:ln w="762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1" dirty="0">
              <a:solidFill>
                <a:schemeClr val="tx1"/>
              </a:solidFill>
            </a:endParaRPr>
          </a:p>
        </p:txBody>
      </p:sp>
      <p:cxnSp>
        <p:nvCxnSpPr>
          <p:cNvPr id="29" name="Straight Arrow Connector 28"/>
          <p:cNvCxnSpPr>
            <a:stCxn id="1028" idx="3"/>
          </p:cNvCxnSpPr>
          <p:nvPr/>
        </p:nvCxnSpPr>
        <p:spPr>
          <a:xfrm flipV="1">
            <a:off x="5799686" y="3849290"/>
            <a:ext cx="622325" cy="25632"/>
          </a:xfrm>
          <a:prstGeom prst="straightConnector1">
            <a:avLst/>
          </a:prstGeom>
          <a:ln w="76200">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6666281" y="3686192"/>
            <a:ext cx="1027845" cy="300082"/>
          </a:xfrm>
          <a:prstGeom prst="rect">
            <a:avLst/>
          </a:prstGeom>
          <a:noFill/>
        </p:spPr>
        <p:txBody>
          <a:bodyPr wrap="none" rtlCol="0">
            <a:spAutoFit/>
          </a:bodyPr>
          <a:lstStyle/>
          <a:p>
            <a:r>
              <a:rPr lang="en-US" sz="1350" b="1" i="1" dirty="0"/>
              <a:t>Approved</a:t>
            </a:r>
          </a:p>
        </p:txBody>
      </p:sp>
      <p:cxnSp>
        <p:nvCxnSpPr>
          <p:cNvPr id="37" name="Elbow Connector 36"/>
          <p:cNvCxnSpPr/>
          <p:nvPr/>
        </p:nvCxnSpPr>
        <p:spPr>
          <a:xfrm rot="10800000" flipV="1">
            <a:off x="4432917" y="4396189"/>
            <a:ext cx="2759754" cy="395072"/>
          </a:xfrm>
          <a:prstGeom prst="bentConnector3">
            <a:avLst>
              <a:gd name="adj1" fmla="val 1350"/>
            </a:avLst>
          </a:prstGeom>
          <a:ln w="76200">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831943" y="5015425"/>
            <a:ext cx="1056700" cy="300082"/>
          </a:xfrm>
          <a:prstGeom prst="rect">
            <a:avLst/>
          </a:prstGeom>
          <a:noFill/>
        </p:spPr>
        <p:txBody>
          <a:bodyPr wrap="none" rtlCol="0">
            <a:spAutoFit/>
          </a:bodyPr>
          <a:lstStyle/>
          <a:p>
            <a:r>
              <a:rPr lang="en-US" sz="1350" b="1" dirty="0"/>
              <a:t>Developer</a:t>
            </a:r>
          </a:p>
        </p:txBody>
      </p:sp>
      <p:sp>
        <p:nvSpPr>
          <p:cNvPr id="41" name="TextBox 40"/>
          <p:cNvSpPr txBox="1"/>
          <p:nvPr/>
        </p:nvSpPr>
        <p:spPr>
          <a:xfrm>
            <a:off x="7254529" y="2769842"/>
            <a:ext cx="466794" cy="300082"/>
          </a:xfrm>
          <a:prstGeom prst="rect">
            <a:avLst/>
          </a:prstGeom>
          <a:noFill/>
        </p:spPr>
        <p:txBody>
          <a:bodyPr wrap="none" rtlCol="0">
            <a:spAutoFit/>
          </a:bodyPr>
          <a:lstStyle/>
          <a:p>
            <a:r>
              <a:rPr lang="en-US" sz="1350" i="1" dirty="0"/>
              <a:t>Yes</a:t>
            </a:r>
          </a:p>
        </p:txBody>
      </p:sp>
      <p:cxnSp>
        <p:nvCxnSpPr>
          <p:cNvPr id="42" name="Elbow Connector 41"/>
          <p:cNvCxnSpPr/>
          <p:nvPr/>
        </p:nvCxnSpPr>
        <p:spPr>
          <a:xfrm rot="16200000" flipV="1">
            <a:off x="6066387" y="2151264"/>
            <a:ext cx="1230594" cy="964900"/>
          </a:xfrm>
          <a:prstGeom prst="bentConnector3">
            <a:avLst>
              <a:gd name="adj1" fmla="val 50000"/>
            </a:avLst>
          </a:prstGeom>
          <a:ln w="76200">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5010265" y="1656835"/>
            <a:ext cx="1257075" cy="300082"/>
          </a:xfrm>
          <a:prstGeom prst="rect">
            <a:avLst/>
          </a:prstGeom>
          <a:noFill/>
        </p:spPr>
        <p:txBody>
          <a:bodyPr wrap="none" rtlCol="0">
            <a:spAutoFit/>
          </a:bodyPr>
          <a:lstStyle/>
          <a:p>
            <a:r>
              <a:rPr lang="en-US" sz="1350" i="1" dirty="0"/>
              <a:t>Push to main</a:t>
            </a:r>
          </a:p>
        </p:txBody>
      </p:sp>
      <p:sp>
        <p:nvSpPr>
          <p:cNvPr id="46" name="TextBox 45"/>
          <p:cNvSpPr txBox="1"/>
          <p:nvPr/>
        </p:nvSpPr>
        <p:spPr>
          <a:xfrm>
            <a:off x="1541651" y="1663938"/>
            <a:ext cx="1808508" cy="300082"/>
          </a:xfrm>
          <a:prstGeom prst="rect">
            <a:avLst/>
          </a:prstGeom>
          <a:noFill/>
        </p:spPr>
        <p:txBody>
          <a:bodyPr wrap="none" rtlCol="0">
            <a:spAutoFit/>
          </a:bodyPr>
          <a:lstStyle/>
          <a:p>
            <a:r>
              <a:rPr lang="en-US" sz="1350" i="1" dirty="0"/>
              <a:t>Pull to local branch</a:t>
            </a:r>
          </a:p>
        </p:txBody>
      </p:sp>
      <p:sp>
        <p:nvSpPr>
          <p:cNvPr id="47" name="TextBox 46"/>
          <p:cNvSpPr txBox="1"/>
          <p:nvPr/>
        </p:nvSpPr>
        <p:spPr>
          <a:xfrm>
            <a:off x="1903928" y="3159306"/>
            <a:ext cx="1674946" cy="300082"/>
          </a:xfrm>
          <a:prstGeom prst="rect">
            <a:avLst/>
          </a:prstGeom>
          <a:noFill/>
        </p:spPr>
        <p:txBody>
          <a:bodyPr wrap="none" rtlCol="0">
            <a:spAutoFit/>
          </a:bodyPr>
          <a:lstStyle/>
          <a:p>
            <a:r>
              <a:rPr lang="en-US" sz="1350" i="1" dirty="0"/>
              <a:t>Push to </a:t>
            </a:r>
            <a:r>
              <a:rPr lang="en-US" sz="1350" i="1" dirty="0" err="1"/>
              <a:t>Gerrit</a:t>
            </a:r>
            <a:r>
              <a:rPr lang="en-US" sz="1350" i="1" dirty="0"/>
              <a:t>/</a:t>
            </a:r>
            <a:r>
              <a:rPr lang="en-US" sz="1350" i="1" dirty="0" err="1"/>
              <a:t>github</a:t>
            </a:r>
            <a:endParaRPr lang="en-US" sz="1350" i="1" dirty="0"/>
          </a:p>
        </p:txBody>
      </p:sp>
      <p:sp>
        <p:nvSpPr>
          <p:cNvPr id="51" name="TextBox 50"/>
          <p:cNvSpPr txBox="1"/>
          <p:nvPr/>
        </p:nvSpPr>
        <p:spPr>
          <a:xfrm>
            <a:off x="2118721" y="4498314"/>
            <a:ext cx="1709122" cy="300082"/>
          </a:xfrm>
          <a:prstGeom prst="rect">
            <a:avLst/>
          </a:prstGeom>
          <a:noFill/>
        </p:spPr>
        <p:txBody>
          <a:bodyPr wrap="none" rtlCol="0">
            <a:spAutoFit/>
          </a:bodyPr>
          <a:lstStyle/>
          <a:p>
            <a:r>
              <a:rPr lang="en-US" sz="1350" i="1" dirty="0"/>
              <a:t>Notifies developer</a:t>
            </a:r>
          </a:p>
        </p:txBody>
      </p:sp>
      <p:sp>
        <p:nvSpPr>
          <p:cNvPr id="54" name="TextBox 53"/>
          <p:cNvSpPr txBox="1"/>
          <p:nvPr/>
        </p:nvSpPr>
        <p:spPr>
          <a:xfrm>
            <a:off x="5209507" y="2282779"/>
            <a:ext cx="857927" cy="507831"/>
          </a:xfrm>
          <a:prstGeom prst="rect">
            <a:avLst/>
          </a:prstGeom>
          <a:noFill/>
        </p:spPr>
        <p:txBody>
          <a:bodyPr wrap="none" rtlCol="0">
            <a:spAutoFit/>
          </a:bodyPr>
          <a:lstStyle/>
          <a:p>
            <a:r>
              <a:rPr lang="en-US" sz="1350" i="1" dirty="0"/>
              <a:t>Reviews</a:t>
            </a:r>
          </a:p>
          <a:p>
            <a:r>
              <a:rPr lang="en-US" sz="1350" i="1" dirty="0"/>
              <a:t>Code</a:t>
            </a:r>
          </a:p>
        </p:txBody>
      </p:sp>
      <p:sp>
        <p:nvSpPr>
          <p:cNvPr id="55" name="TextBox 54"/>
          <p:cNvSpPr txBox="1"/>
          <p:nvPr/>
        </p:nvSpPr>
        <p:spPr>
          <a:xfrm>
            <a:off x="4475066" y="2870700"/>
            <a:ext cx="790601" cy="300082"/>
          </a:xfrm>
          <a:prstGeom prst="rect">
            <a:avLst/>
          </a:prstGeom>
          <a:noFill/>
        </p:spPr>
        <p:txBody>
          <a:bodyPr wrap="none" rtlCol="0">
            <a:spAutoFit/>
          </a:bodyPr>
          <a:lstStyle/>
          <a:p>
            <a:r>
              <a:rPr lang="en-US" sz="1350" i="1" dirty="0"/>
              <a:t>Notifies</a:t>
            </a:r>
          </a:p>
        </p:txBody>
      </p:sp>
    </p:spTree>
    <p:extLst>
      <p:ext uri="{BB962C8B-B14F-4D97-AF65-F5344CB8AC3E}">
        <p14:creationId xmlns="" xmlns:p14="http://schemas.microsoft.com/office/powerpoint/2010/main" val="1738610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nodeType="withEffect">
                                  <p:stCondLst>
                                    <p:cond delay="0"/>
                                  </p:stCondLst>
                                  <p:childTnLst>
                                    <p:set>
                                      <p:cBhvr>
                                        <p:cTn id="15" dur="1" fill="hold">
                                          <p:stCondLst>
                                            <p:cond delay="0"/>
                                          </p:stCondLst>
                                        </p:cTn>
                                        <p:tgtEl>
                                          <p:spTgt spid="1026"/>
                                        </p:tgtEl>
                                        <p:attrNameLst>
                                          <p:attrName>style.visibility</p:attrName>
                                        </p:attrNameLst>
                                      </p:cBhvr>
                                      <p:to>
                                        <p:strVal val="visible"/>
                                      </p:to>
                                    </p:set>
                                    <p:animEffect transition="in" filter="fade">
                                      <p:cBhvr>
                                        <p:cTn id="16" dur="500"/>
                                        <p:tgtEl>
                                          <p:spTgt spid="1026"/>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500"/>
                                        <p:tgtEl>
                                          <p:spTgt spid="4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fade">
                                      <p:cBhvr>
                                        <p:cTn id="27" dur="500"/>
                                        <p:tgtEl>
                                          <p:spTgt spid="46"/>
                                        </p:tgtEl>
                                      </p:cBhvr>
                                    </p:animEffect>
                                  </p:childTnLst>
                                </p:cTn>
                              </p:par>
                              <p:par>
                                <p:cTn id="28" presetID="1" presetClass="entr" presetSubtype="0" fill="hold" nodeType="withEffect">
                                  <p:stCondLst>
                                    <p:cond delay="0"/>
                                  </p:stCondLst>
                                  <p:childTnLst>
                                    <p:set>
                                      <p:cBhvr>
                                        <p:cTn id="29" dur="1" fill="hold">
                                          <p:stCondLst>
                                            <p:cond delay="0"/>
                                          </p:stCondLst>
                                        </p:cTn>
                                        <p:tgtEl>
                                          <p:spTgt spid="24"/>
                                        </p:tgtEl>
                                        <p:attrNameLst>
                                          <p:attrName>style.visibility</p:attrName>
                                        </p:attrNameLst>
                                      </p:cBhvr>
                                      <p:to>
                                        <p:strVal val="visible"/>
                                      </p:to>
                                    </p:set>
                                  </p:childTnLst>
                                </p:cTn>
                              </p:par>
                              <p:par>
                                <p:cTn id="30" presetID="10" presetClass="entr" presetSubtype="0"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par>
                                <p:cTn id="33" presetID="10" presetClass="entr" presetSubtype="0" fill="hold" nodeType="with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par>
                                <p:cTn id="36" presetID="10" presetClass="entr" presetSubtype="0" fill="hold" nodeType="with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fade">
                                      <p:cBhvr>
                                        <p:cTn id="38" dur="500"/>
                                        <p:tgtEl>
                                          <p:spTgt spid="36"/>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47"/>
                                        </p:tgtEl>
                                        <p:attrNameLst>
                                          <p:attrName>style.visibility</p:attrName>
                                        </p:attrNameLst>
                                      </p:cBhvr>
                                      <p:to>
                                        <p:strVal val="visible"/>
                                      </p:to>
                                    </p:set>
                                    <p:animEffect transition="in" filter="fade">
                                      <p:cBhvr>
                                        <p:cTn id="43" dur="500"/>
                                        <p:tgtEl>
                                          <p:spTgt spid="47"/>
                                        </p:tgtEl>
                                      </p:cBhvr>
                                    </p:animEffect>
                                  </p:childTnLst>
                                </p:cTn>
                              </p:par>
                              <p:par>
                                <p:cTn id="44" presetID="10" presetClass="entr" presetSubtype="0" fill="hold"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fade">
                                      <p:cBhvr>
                                        <p:cTn id="51" dur="500"/>
                                        <p:tgtEl>
                                          <p:spTgt spid="2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55"/>
                                        </p:tgtEl>
                                        <p:attrNameLst>
                                          <p:attrName>style.visibility</p:attrName>
                                        </p:attrNameLst>
                                      </p:cBhvr>
                                      <p:to>
                                        <p:strVal val="visible"/>
                                      </p:to>
                                    </p:set>
                                    <p:animEffect transition="in" filter="fade">
                                      <p:cBhvr>
                                        <p:cTn id="54" dur="500"/>
                                        <p:tgtEl>
                                          <p:spTgt spid="55"/>
                                        </p:tgtEl>
                                      </p:cBhvr>
                                    </p:animEffect>
                                  </p:childTnLst>
                                </p:cTn>
                              </p:par>
                              <p:par>
                                <p:cTn id="55" presetID="10" presetClass="entr" presetSubtype="0" fill="hold" nodeType="withEffect">
                                  <p:stCondLst>
                                    <p:cond delay="0"/>
                                  </p:stCondLst>
                                  <p:childTnLst>
                                    <p:set>
                                      <p:cBhvr>
                                        <p:cTn id="56" dur="1" fill="hold">
                                          <p:stCondLst>
                                            <p:cond delay="0"/>
                                          </p:stCondLst>
                                        </p:cTn>
                                        <p:tgtEl>
                                          <p:spTgt spid="1028"/>
                                        </p:tgtEl>
                                        <p:attrNameLst>
                                          <p:attrName>style.visibility</p:attrName>
                                        </p:attrNameLst>
                                      </p:cBhvr>
                                      <p:to>
                                        <p:strVal val="visible"/>
                                      </p:to>
                                    </p:set>
                                    <p:animEffect transition="in" filter="fade">
                                      <p:cBhvr>
                                        <p:cTn id="57" dur="500"/>
                                        <p:tgtEl>
                                          <p:spTgt spid="102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500"/>
                                        <p:tgtEl>
                                          <p:spTgt spid="23"/>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54"/>
                                        </p:tgtEl>
                                        <p:attrNameLst>
                                          <p:attrName>style.visibility</p:attrName>
                                        </p:attrNameLst>
                                      </p:cBhvr>
                                      <p:to>
                                        <p:strVal val="visible"/>
                                      </p:to>
                                    </p:set>
                                    <p:animEffect transition="in" filter="fade">
                                      <p:cBhvr>
                                        <p:cTn id="65" dur="500"/>
                                        <p:tgtEl>
                                          <p:spTgt spid="54"/>
                                        </p:tgtEl>
                                      </p:cBhvr>
                                    </p:animEffect>
                                  </p:childTnLst>
                                </p:cTn>
                              </p:par>
                              <p:par>
                                <p:cTn id="66" presetID="10" presetClass="entr" presetSubtype="0" fill="hold" nodeType="with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500"/>
                                        <p:tgtEl>
                                          <p:spTgt spid="15"/>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500"/>
                                        <p:tgtEl>
                                          <p:spTgt spid="29"/>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1"/>
                                        </p:tgtEl>
                                        <p:attrNameLst>
                                          <p:attrName>style.visibility</p:attrName>
                                        </p:attrNameLst>
                                      </p:cBhvr>
                                      <p:to>
                                        <p:strVal val="visible"/>
                                      </p:to>
                                    </p:set>
                                    <p:animEffect transition="in" filter="fade">
                                      <p:cBhvr>
                                        <p:cTn id="76" dur="500"/>
                                        <p:tgtEl>
                                          <p:spTgt spid="41"/>
                                        </p:tgtEl>
                                      </p:cBhvr>
                                    </p:animEffect>
                                  </p:childTnLst>
                                </p:cTn>
                              </p:par>
                              <p:par>
                                <p:cTn id="77" presetID="1" presetClass="entr" presetSubtype="0" fill="hold" grpId="0" nodeType="withEffect">
                                  <p:stCondLst>
                                    <p:cond delay="0"/>
                                  </p:stCondLst>
                                  <p:childTnLst>
                                    <p:set>
                                      <p:cBhvr>
                                        <p:cTn id="78" dur="1" fill="hold">
                                          <p:stCondLst>
                                            <p:cond delay="0"/>
                                          </p:stCondLst>
                                        </p:cTn>
                                        <p:tgtEl>
                                          <p:spTgt spid="35"/>
                                        </p:tgtEl>
                                        <p:attrNameLst>
                                          <p:attrName>style.visibility</p:attrName>
                                        </p:attrNameLst>
                                      </p:cBhvr>
                                      <p:to>
                                        <p:strVal val="visible"/>
                                      </p:to>
                                    </p:set>
                                  </p:childTnLst>
                                </p:cTn>
                              </p:par>
                              <p:par>
                                <p:cTn id="79" presetID="10" presetClass="entr" presetSubtype="0" fill="hold" grpId="0" nodeType="withEffect">
                                  <p:stCondLst>
                                    <p:cond delay="0"/>
                                  </p:stCondLst>
                                  <p:childTnLst>
                                    <p:set>
                                      <p:cBhvr>
                                        <p:cTn id="80" dur="1" fill="hold">
                                          <p:stCondLst>
                                            <p:cond delay="0"/>
                                          </p:stCondLst>
                                        </p:cTn>
                                        <p:tgtEl>
                                          <p:spTgt spid="16"/>
                                        </p:tgtEl>
                                        <p:attrNameLst>
                                          <p:attrName>style.visibility</p:attrName>
                                        </p:attrNameLst>
                                      </p:cBhvr>
                                      <p:to>
                                        <p:strVal val="visible"/>
                                      </p:to>
                                    </p:set>
                                    <p:animEffect transition="in" filter="fade">
                                      <p:cBhvr>
                                        <p:cTn id="81" dur="500"/>
                                        <p:tgtEl>
                                          <p:spTgt spid="16"/>
                                        </p:tgtEl>
                                      </p:cBhvr>
                                    </p:animEffect>
                                  </p:childTnLst>
                                </p:cTn>
                              </p:par>
                              <p:par>
                                <p:cTn id="82" presetID="10" presetClass="entr" presetSubtype="0" fill="hold" nodeType="withEffect">
                                  <p:stCondLst>
                                    <p:cond delay="0"/>
                                  </p:stCondLst>
                                  <p:childTnLst>
                                    <p:set>
                                      <p:cBhvr>
                                        <p:cTn id="83" dur="1" fill="hold">
                                          <p:stCondLst>
                                            <p:cond delay="0"/>
                                          </p:stCondLst>
                                        </p:cTn>
                                        <p:tgtEl>
                                          <p:spTgt spid="42"/>
                                        </p:tgtEl>
                                        <p:attrNameLst>
                                          <p:attrName>style.visibility</p:attrName>
                                        </p:attrNameLst>
                                      </p:cBhvr>
                                      <p:to>
                                        <p:strVal val="visible"/>
                                      </p:to>
                                    </p:set>
                                    <p:animEffect transition="in" filter="fade">
                                      <p:cBhvr>
                                        <p:cTn id="84" dur="500"/>
                                        <p:tgtEl>
                                          <p:spTgt spid="42"/>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5"/>
                                        </p:tgtEl>
                                        <p:attrNameLst>
                                          <p:attrName>style.visibility</p:attrName>
                                        </p:attrNameLst>
                                      </p:cBhvr>
                                      <p:to>
                                        <p:strVal val="visible"/>
                                      </p:to>
                                    </p:set>
                                    <p:animEffect transition="in" filter="fade">
                                      <p:cBhvr>
                                        <p:cTn id="87" dur="500"/>
                                        <p:tgtEl>
                                          <p:spTgt spid="45"/>
                                        </p:tgtEl>
                                      </p:cBhvr>
                                    </p:animEffect>
                                  </p:childTnLst>
                                </p:cTn>
                              </p:par>
                              <p:par>
                                <p:cTn id="88" presetID="10" presetClass="entr" presetSubtype="0" fill="hold" nodeType="withEffect">
                                  <p:stCondLst>
                                    <p:cond delay="0"/>
                                  </p:stCondLst>
                                  <p:childTnLst>
                                    <p:set>
                                      <p:cBhvr>
                                        <p:cTn id="89" dur="1" fill="hold">
                                          <p:stCondLst>
                                            <p:cond delay="0"/>
                                          </p:stCondLst>
                                        </p:cTn>
                                        <p:tgtEl>
                                          <p:spTgt spid="11"/>
                                        </p:tgtEl>
                                        <p:attrNameLst>
                                          <p:attrName>style.visibility</p:attrName>
                                        </p:attrNameLst>
                                      </p:cBhvr>
                                      <p:to>
                                        <p:strVal val="visible"/>
                                      </p:to>
                                    </p:set>
                                    <p:animEffect transition="in" filter="fade">
                                      <p:cBhvr>
                                        <p:cTn id="90" dur="500"/>
                                        <p:tgtEl>
                                          <p:spTgt spid="11"/>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37"/>
                                        </p:tgtEl>
                                        <p:attrNameLst>
                                          <p:attrName>style.visibility</p:attrName>
                                        </p:attrNameLst>
                                      </p:cBhvr>
                                      <p:to>
                                        <p:strVal val="visible"/>
                                      </p:to>
                                    </p:set>
                                    <p:animEffect transition="in" filter="fade">
                                      <p:cBhvr>
                                        <p:cTn id="95" dur="500"/>
                                        <p:tgtEl>
                                          <p:spTgt spid="37"/>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9"/>
                                        </p:tgtEl>
                                        <p:attrNameLst>
                                          <p:attrName>style.visibility</p:attrName>
                                        </p:attrNameLst>
                                      </p:cBhvr>
                                      <p:to>
                                        <p:strVal val="visible"/>
                                      </p:to>
                                    </p:set>
                                    <p:animEffect transition="in" filter="fade">
                                      <p:cBhvr>
                                        <p:cTn id="98" dur="500"/>
                                        <p:tgtEl>
                                          <p:spTgt spid="9"/>
                                        </p:tgtEl>
                                      </p:cBhvr>
                                    </p:animEffect>
                                  </p:childTnLst>
                                </p:cTn>
                              </p:par>
                              <p:par>
                                <p:cTn id="99" presetID="10" presetClass="entr" presetSubtype="0" fill="hold" nodeType="withEffect">
                                  <p:stCondLst>
                                    <p:cond delay="0"/>
                                  </p:stCondLst>
                                  <p:childTnLst>
                                    <p:set>
                                      <p:cBhvr>
                                        <p:cTn id="100" dur="1" fill="hold">
                                          <p:stCondLst>
                                            <p:cond delay="0"/>
                                          </p:stCondLst>
                                        </p:cTn>
                                        <p:tgtEl>
                                          <p:spTgt spid="20"/>
                                        </p:tgtEl>
                                        <p:attrNameLst>
                                          <p:attrName>style.visibility</p:attrName>
                                        </p:attrNameLst>
                                      </p:cBhvr>
                                      <p:to>
                                        <p:strVal val="visible"/>
                                      </p:to>
                                    </p:set>
                                    <p:animEffect transition="in" filter="fade">
                                      <p:cBhvr>
                                        <p:cTn id="101" dur="500"/>
                                        <p:tgtEl>
                                          <p:spTgt spid="20"/>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1"/>
                                        </p:tgtEl>
                                        <p:attrNameLst>
                                          <p:attrName>style.visibility</p:attrName>
                                        </p:attrNameLst>
                                      </p:cBhvr>
                                      <p:to>
                                        <p:strVal val="visible"/>
                                      </p:to>
                                    </p:set>
                                    <p:animEffect transition="in" filter="fade">
                                      <p:cBhvr>
                                        <p:cTn id="104"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9" grpId="0"/>
      <p:bldP spid="21" grpId="0"/>
      <p:bldP spid="22" grpId="0"/>
      <p:bldP spid="23" grpId="0"/>
      <p:bldP spid="16" grpId="0" animBg="1"/>
      <p:bldP spid="35" grpId="0"/>
      <p:bldP spid="40" grpId="0"/>
      <p:bldP spid="41" grpId="0"/>
      <p:bldP spid="45" grpId="0"/>
      <p:bldP spid="46" grpId="0"/>
      <p:bldP spid="47" grpId="0"/>
      <p:bldP spid="51" grpId="0"/>
      <p:bldP spid="54" grpId="0"/>
      <p:bldP spid="5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Issues identified during code reviews</a:t>
            </a:r>
          </a:p>
        </p:txBody>
      </p:sp>
      <p:sp>
        <p:nvSpPr>
          <p:cNvPr id="4" name="Slide Number Placeholder 3"/>
          <p:cNvSpPr>
            <a:spLocks noGrp="1"/>
          </p:cNvSpPr>
          <p:nvPr>
            <p:ph type="sldNum" sz="quarter" idx="12"/>
          </p:nvPr>
        </p:nvSpPr>
        <p:spPr/>
        <p:txBody>
          <a:bodyPr/>
          <a:lstStyle/>
          <a:p>
            <a:fld id="{4326CE6F-D9CB-4ADC-ABE9-3EADDBF4F4B5}" type="slidenum">
              <a:rPr lang="en-US" smtClean="0"/>
              <a:pPr/>
              <a:t>12</a:t>
            </a:fld>
            <a:endParaRPr lang="en-US"/>
          </a:p>
        </p:txBody>
      </p:sp>
      <p:sp>
        <p:nvSpPr>
          <p:cNvPr id="5" name="TextBox 4"/>
          <p:cNvSpPr txBox="1"/>
          <p:nvPr/>
        </p:nvSpPr>
        <p:spPr>
          <a:xfrm>
            <a:off x="250259" y="1368945"/>
            <a:ext cx="2601516" cy="461665"/>
          </a:xfrm>
          <a:prstGeom prst="rect">
            <a:avLst/>
          </a:prstGeom>
          <a:noFill/>
        </p:spPr>
        <p:txBody>
          <a:bodyPr wrap="square" rtlCol="0">
            <a:spAutoFit/>
          </a:bodyPr>
          <a:lstStyle/>
          <a:p>
            <a:pPr marL="342900" indent="-342900">
              <a:buClr>
                <a:schemeClr val="accent1">
                  <a:lumMod val="50000"/>
                </a:schemeClr>
              </a:buClr>
              <a:buFont typeface="Wingdings" panose="05000000000000000000" pitchFamily="2" charset="2"/>
              <a:buChar char="ü"/>
            </a:pPr>
            <a:r>
              <a:rPr lang="en-US" sz="2400" dirty="0"/>
              <a:t>Coding style</a:t>
            </a:r>
          </a:p>
        </p:txBody>
      </p:sp>
      <p:sp>
        <p:nvSpPr>
          <p:cNvPr id="6" name="TextBox 5"/>
          <p:cNvSpPr txBox="1"/>
          <p:nvPr/>
        </p:nvSpPr>
        <p:spPr>
          <a:xfrm>
            <a:off x="2894756" y="1348002"/>
            <a:ext cx="2429686" cy="830997"/>
          </a:xfrm>
          <a:prstGeom prst="rect">
            <a:avLst/>
          </a:prstGeom>
          <a:noFill/>
        </p:spPr>
        <p:txBody>
          <a:bodyPr wrap="square" rtlCol="0">
            <a:spAutoFit/>
          </a:bodyPr>
          <a:lstStyle/>
          <a:p>
            <a:pPr marL="342900" indent="-342900">
              <a:buClr>
                <a:schemeClr val="accent1">
                  <a:lumMod val="50000"/>
                </a:schemeClr>
              </a:buClr>
              <a:buFont typeface="Wingdings" panose="05000000000000000000" pitchFamily="2" charset="2"/>
              <a:buChar char="ü"/>
            </a:pPr>
            <a:r>
              <a:rPr lang="en-US" sz="2400" dirty="0"/>
              <a:t>Redundant checks</a:t>
            </a:r>
          </a:p>
        </p:txBody>
      </p:sp>
      <p:sp>
        <p:nvSpPr>
          <p:cNvPr id="12" name="TextBox 11"/>
          <p:cNvSpPr txBox="1"/>
          <p:nvPr/>
        </p:nvSpPr>
        <p:spPr>
          <a:xfrm>
            <a:off x="5981436" y="1230446"/>
            <a:ext cx="3162563" cy="830997"/>
          </a:xfrm>
          <a:prstGeom prst="rect">
            <a:avLst/>
          </a:prstGeom>
          <a:noFill/>
        </p:spPr>
        <p:txBody>
          <a:bodyPr wrap="square" rtlCol="0">
            <a:spAutoFit/>
          </a:bodyPr>
          <a:lstStyle/>
          <a:p>
            <a:pPr marL="342900" indent="-342900">
              <a:buClr>
                <a:schemeClr val="accent1">
                  <a:lumMod val="50000"/>
                </a:schemeClr>
              </a:buClr>
              <a:buFont typeface="Wingdings" panose="05000000000000000000" pitchFamily="2" charset="2"/>
              <a:buChar char="ü"/>
            </a:pPr>
            <a:r>
              <a:rPr lang="en-US" sz="2400" dirty="0"/>
              <a:t>Project design violation</a:t>
            </a:r>
          </a:p>
        </p:txBody>
      </p:sp>
      <p:sp>
        <p:nvSpPr>
          <p:cNvPr id="13" name="TextBox 12"/>
          <p:cNvSpPr txBox="1"/>
          <p:nvPr/>
        </p:nvSpPr>
        <p:spPr>
          <a:xfrm>
            <a:off x="2990088" y="4973979"/>
            <a:ext cx="2239022" cy="830997"/>
          </a:xfrm>
          <a:prstGeom prst="rect">
            <a:avLst/>
          </a:prstGeom>
          <a:noFill/>
        </p:spPr>
        <p:txBody>
          <a:bodyPr wrap="square" rtlCol="0">
            <a:spAutoFit/>
          </a:bodyPr>
          <a:lstStyle/>
          <a:p>
            <a:pPr marL="342900" indent="-342900">
              <a:buClr>
                <a:schemeClr val="accent1">
                  <a:lumMod val="50000"/>
                </a:schemeClr>
              </a:buClr>
              <a:buFont typeface="Wingdings" panose="05000000000000000000" pitchFamily="2" charset="2"/>
              <a:buChar char="ü"/>
            </a:pPr>
            <a:r>
              <a:rPr lang="en-US" sz="2400" dirty="0"/>
              <a:t>Unsafe methods</a:t>
            </a:r>
          </a:p>
        </p:txBody>
      </p:sp>
      <p:sp>
        <p:nvSpPr>
          <p:cNvPr id="14" name="TextBox 13"/>
          <p:cNvSpPr txBox="1"/>
          <p:nvPr/>
        </p:nvSpPr>
        <p:spPr>
          <a:xfrm>
            <a:off x="3020516" y="2986796"/>
            <a:ext cx="2857084" cy="830997"/>
          </a:xfrm>
          <a:prstGeom prst="rect">
            <a:avLst/>
          </a:prstGeom>
          <a:noFill/>
        </p:spPr>
        <p:txBody>
          <a:bodyPr wrap="square" rtlCol="0">
            <a:spAutoFit/>
          </a:bodyPr>
          <a:lstStyle/>
          <a:p>
            <a:pPr marL="342900" indent="-342900">
              <a:buClr>
                <a:schemeClr val="accent1">
                  <a:lumMod val="50000"/>
                </a:schemeClr>
              </a:buClr>
              <a:buFont typeface="Wingdings" panose="05000000000000000000" pitchFamily="2" charset="2"/>
              <a:buChar char="ü"/>
            </a:pPr>
            <a:r>
              <a:rPr lang="en-US" sz="2400" dirty="0"/>
              <a:t>Critical security defects</a:t>
            </a:r>
          </a:p>
        </p:txBody>
      </p:sp>
      <p:sp>
        <p:nvSpPr>
          <p:cNvPr id="15" name="TextBox 14"/>
          <p:cNvSpPr txBox="1"/>
          <p:nvPr/>
        </p:nvSpPr>
        <p:spPr>
          <a:xfrm>
            <a:off x="5981437" y="2986796"/>
            <a:ext cx="2429686" cy="830997"/>
          </a:xfrm>
          <a:prstGeom prst="rect">
            <a:avLst/>
          </a:prstGeom>
          <a:noFill/>
        </p:spPr>
        <p:txBody>
          <a:bodyPr wrap="square" rtlCol="0">
            <a:spAutoFit/>
          </a:bodyPr>
          <a:lstStyle/>
          <a:p>
            <a:pPr marL="342900" indent="-342900">
              <a:buClr>
                <a:schemeClr val="accent1">
                  <a:lumMod val="50000"/>
                </a:schemeClr>
              </a:buClr>
              <a:buFont typeface="Wingdings" panose="05000000000000000000" pitchFamily="2" charset="2"/>
              <a:buChar char="ü"/>
            </a:pPr>
            <a:r>
              <a:rPr lang="en-US" sz="2400" dirty="0"/>
              <a:t>Malicious code</a:t>
            </a:r>
          </a:p>
        </p:txBody>
      </p:sp>
      <p:sp>
        <p:nvSpPr>
          <p:cNvPr id="17" name="TextBox 16"/>
          <p:cNvSpPr txBox="1"/>
          <p:nvPr/>
        </p:nvSpPr>
        <p:spPr>
          <a:xfrm>
            <a:off x="250259" y="4973980"/>
            <a:ext cx="2601516" cy="830997"/>
          </a:xfrm>
          <a:prstGeom prst="rect">
            <a:avLst/>
          </a:prstGeom>
          <a:noFill/>
        </p:spPr>
        <p:txBody>
          <a:bodyPr wrap="square" rtlCol="0">
            <a:spAutoFit/>
          </a:bodyPr>
          <a:lstStyle/>
          <a:p>
            <a:pPr marL="342900" indent="-342900">
              <a:buClr>
                <a:schemeClr val="accent1">
                  <a:lumMod val="50000"/>
                </a:schemeClr>
              </a:buClr>
              <a:buFont typeface="Wingdings" panose="05000000000000000000" pitchFamily="2" charset="2"/>
              <a:buChar char="ü"/>
            </a:pPr>
            <a:r>
              <a:rPr lang="en-US" sz="2400" dirty="0"/>
              <a:t>Inadequate input validation</a:t>
            </a:r>
          </a:p>
        </p:txBody>
      </p:sp>
      <p:sp>
        <p:nvSpPr>
          <p:cNvPr id="18" name="TextBox 17"/>
          <p:cNvSpPr txBox="1"/>
          <p:nvPr/>
        </p:nvSpPr>
        <p:spPr>
          <a:xfrm>
            <a:off x="250258" y="2986796"/>
            <a:ext cx="2644497" cy="830997"/>
          </a:xfrm>
          <a:prstGeom prst="rect">
            <a:avLst/>
          </a:prstGeom>
          <a:noFill/>
        </p:spPr>
        <p:txBody>
          <a:bodyPr wrap="square" rtlCol="0">
            <a:spAutoFit/>
          </a:bodyPr>
          <a:lstStyle/>
          <a:p>
            <a:pPr marL="342900" indent="-342900">
              <a:buClr>
                <a:schemeClr val="accent1">
                  <a:lumMod val="50000"/>
                </a:schemeClr>
              </a:buClr>
              <a:buFont typeface="Wingdings" panose="05000000000000000000" pitchFamily="2" charset="2"/>
              <a:buChar char="ü"/>
            </a:pPr>
            <a:r>
              <a:rPr lang="en-US" sz="2400" dirty="0"/>
              <a:t>Misunderstood requirements</a:t>
            </a:r>
          </a:p>
        </p:txBody>
      </p:sp>
      <p:sp>
        <p:nvSpPr>
          <p:cNvPr id="19" name="TextBox 18"/>
          <p:cNvSpPr txBox="1"/>
          <p:nvPr/>
        </p:nvSpPr>
        <p:spPr>
          <a:xfrm>
            <a:off x="5877600" y="4789312"/>
            <a:ext cx="3101808" cy="830997"/>
          </a:xfrm>
          <a:prstGeom prst="rect">
            <a:avLst/>
          </a:prstGeom>
          <a:noFill/>
        </p:spPr>
        <p:txBody>
          <a:bodyPr wrap="square" rtlCol="0">
            <a:spAutoFit/>
          </a:bodyPr>
          <a:lstStyle/>
          <a:p>
            <a:pPr marL="342900" indent="-342900">
              <a:buClr>
                <a:schemeClr val="accent1">
                  <a:lumMod val="50000"/>
                </a:schemeClr>
              </a:buClr>
              <a:buFont typeface="Wingdings" panose="05000000000000000000" pitchFamily="2" charset="2"/>
              <a:buChar char="ü"/>
            </a:pPr>
            <a:r>
              <a:rPr lang="en-US" sz="2400" dirty="0"/>
              <a:t>Lack of exception handling</a:t>
            </a:r>
          </a:p>
        </p:txBody>
      </p:sp>
    </p:spTree>
    <p:extLst>
      <p:ext uri="{BB962C8B-B14F-4D97-AF65-F5344CB8AC3E}">
        <p14:creationId xmlns="" xmlns:p14="http://schemas.microsoft.com/office/powerpoint/2010/main" val="76241339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nextCondLst>
                <p:cond evt="onClick" delay="0">
                  <p:tgtEl>
                    <p:spTgt spid="6"/>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nextCondLst>
                <p:cond evt="onClick" delay="0">
                  <p:tgtEl>
                    <p:spTgt spid="5"/>
                  </p:tgtEl>
                </p:cond>
              </p:nextCondLst>
            </p:seq>
            <p:seq concurrent="1" nextAc="seek">
              <p:cTn id="12" restart="whenNotActive" fill="hold" evtFilter="cancelBubble" nodeType="interactiveSeq">
                <p:stCondLst>
                  <p:cond evt="onClick" delay="0">
                    <p:tgtEl>
                      <p:spTgt spid="12"/>
                    </p:tgtEl>
                  </p:cond>
                </p:stCondLst>
                <p:endSync evt="end" delay="0">
                  <p:rtn val="all"/>
                </p:endSync>
                <p:childTnLst>
                  <p:par>
                    <p:cTn id="13" fill="hold">
                      <p:stCondLst>
                        <p:cond delay="0"/>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nextCondLst>
                <p:cond evt="onClick" delay="0">
                  <p:tgtEl>
                    <p:spTgt spid="12"/>
                  </p:tgtEl>
                </p:cond>
              </p:nextCondLst>
            </p:seq>
            <p:seq concurrent="1" nextAc="seek">
              <p:cTn id="17" restart="whenNotActive" fill="hold" evtFilter="cancelBubble" nodeType="interactiveSeq">
                <p:stCondLst>
                  <p:cond evt="onClick" delay="0">
                    <p:tgtEl>
                      <p:spTgt spid="13"/>
                    </p:tgtEl>
                  </p:cond>
                </p:stCondLst>
                <p:endSync evt="end" delay="0">
                  <p:rtn val="all"/>
                </p:endSync>
                <p:childTnLst>
                  <p:par>
                    <p:cTn id="18" fill="hold">
                      <p:stCondLst>
                        <p:cond delay="0"/>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childTnLst>
              </p:cTn>
              <p:nextCondLst>
                <p:cond evt="onClick" delay="0">
                  <p:tgtEl>
                    <p:spTgt spid="13"/>
                  </p:tgtEl>
                </p:cond>
              </p:nextCondLst>
            </p:seq>
            <p:seq concurrent="1" nextAc="seek">
              <p:cTn id="22" restart="whenNotActive" fill="hold" evtFilter="cancelBubble" nodeType="interactiveSeq">
                <p:stCondLst>
                  <p:cond evt="onClick" delay="0">
                    <p:tgtEl>
                      <p:spTgt spid="14"/>
                    </p:tgtEl>
                  </p:cond>
                </p:stCondLst>
                <p:endSync evt="end" delay="0">
                  <p:rtn val="all"/>
                </p:endSync>
                <p:childTnLst>
                  <p:par>
                    <p:cTn id="23" fill="hold">
                      <p:stCondLst>
                        <p:cond delay="0"/>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nextCondLst>
                <p:cond evt="onClick" delay="0">
                  <p:tgtEl>
                    <p:spTgt spid="14"/>
                  </p:tgtEl>
                </p:cond>
              </p:nextCondLst>
            </p:seq>
            <p:seq concurrent="1" nextAc="seek">
              <p:cTn id="27" restart="whenNotActive" fill="hold" evtFilter="cancelBubble" nodeType="interactiveSeq">
                <p:stCondLst>
                  <p:cond evt="onClick" delay="0">
                    <p:tgtEl>
                      <p:spTgt spid="15"/>
                    </p:tgtEl>
                  </p:cond>
                </p:stCondLst>
                <p:endSync evt="end" delay="0">
                  <p:rtn val="all"/>
                </p:endSync>
                <p:childTnLst>
                  <p:par>
                    <p:cTn id="28" fill="hold">
                      <p:stCondLst>
                        <p:cond delay="0"/>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childTnLst>
              </p:cTn>
              <p:nextCondLst>
                <p:cond evt="onClick" delay="0">
                  <p:tgtEl>
                    <p:spTgt spid="15"/>
                  </p:tgtEl>
                </p:cond>
              </p:nextCondLst>
            </p:seq>
            <p:seq concurrent="1" nextAc="seek">
              <p:cTn id="32" restart="whenNotActive" fill="hold" evtFilter="cancelBubble" nodeType="interactiveSeq">
                <p:stCondLst>
                  <p:cond evt="onClick" delay="0">
                    <p:tgtEl>
                      <p:spTgt spid="17"/>
                    </p:tgtEl>
                  </p:cond>
                </p:stCondLst>
                <p:endSync evt="end" delay="0">
                  <p:rtn val="all"/>
                </p:endSync>
                <p:childTnLst>
                  <p:par>
                    <p:cTn id="33" fill="hold">
                      <p:stCondLst>
                        <p:cond delay="0"/>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childTnLst>
              </p:cTn>
              <p:nextCondLst>
                <p:cond evt="onClick" delay="0">
                  <p:tgtEl>
                    <p:spTgt spid="17"/>
                  </p:tgtEl>
                </p:cond>
              </p:nextCondLst>
            </p:seq>
            <p:seq concurrent="1" nextAc="seek">
              <p:cTn id="37" restart="whenNotActive" fill="hold" evtFilter="cancelBubble" nodeType="interactiveSeq">
                <p:stCondLst>
                  <p:cond evt="onClick" delay="0">
                    <p:tgtEl>
                      <p:spTgt spid="18"/>
                    </p:tgtEl>
                  </p:cond>
                </p:stCondLst>
                <p:endSync evt="end" delay="0">
                  <p:rtn val="all"/>
                </p:endSync>
                <p:childTnLst>
                  <p:par>
                    <p:cTn id="38" fill="hold">
                      <p:stCondLst>
                        <p:cond delay="0"/>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nextCondLst>
                <p:cond evt="onClick" delay="0">
                  <p:tgtEl>
                    <p:spTgt spid="18"/>
                  </p:tgtEl>
                </p:cond>
              </p:nextCondLst>
            </p:seq>
            <p:seq concurrent="1" nextAc="seek">
              <p:cTn id="42" restart="whenNotActive" fill="hold" evtFilter="cancelBubble" nodeType="interactiveSeq">
                <p:stCondLst>
                  <p:cond evt="onClick" delay="0">
                    <p:tgtEl>
                      <p:spTgt spid="19"/>
                    </p:tgtEl>
                  </p:cond>
                </p:stCondLst>
                <p:endSync evt="end" delay="0">
                  <p:rtn val="all"/>
                </p:endSync>
                <p:childTnLst>
                  <p:par>
                    <p:cTn id="43" fill="hold">
                      <p:stCondLst>
                        <p:cond delay="0"/>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childTnLst>
              </p:cTn>
              <p:nextCondLst>
                <p:cond evt="onClick" delay="0">
                  <p:tgtEl>
                    <p:spTgt spid="19"/>
                  </p:tgtEl>
                </p:cond>
              </p:nextCondLst>
            </p:seq>
          </p:childTnLst>
        </p:cTn>
      </p:par>
    </p:tnLst>
    <p:bldLst>
      <p:bldP spid="5" grpId="0" build="p"/>
      <p:bldP spid="6" grpId="0" build="p"/>
      <p:bldP spid="12" grpId="0" build="p"/>
      <p:bldP spid="13" grpId="0" build="p"/>
      <p:bldP spid="14" grpId="0" build="p"/>
      <p:bldP spid="15" grpId="0" build="p"/>
      <p:bldP spid="17" grpId="0" build="p"/>
      <p:bldP spid="18" grpId="0" build="p"/>
      <p:bldP spid="19"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Issues identified during code reviews</a:t>
            </a:r>
          </a:p>
        </p:txBody>
      </p:sp>
      <p:sp>
        <p:nvSpPr>
          <p:cNvPr id="4" name="Slide Number Placeholder 3"/>
          <p:cNvSpPr>
            <a:spLocks noGrp="1"/>
          </p:cNvSpPr>
          <p:nvPr>
            <p:ph type="sldNum" sz="quarter" idx="12"/>
          </p:nvPr>
        </p:nvSpPr>
        <p:spPr/>
        <p:txBody>
          <a:bodyPr/>
          <a:lstStyle/>
          <a:p>
            <a:fld id="{4326CE6F-D9CB-4ADC-ABE9-3EADDBF4F4B5}" type="slidenum">
              <a:rPr lang="en-US" smtClean="0"/>
              <a:pPr/>
              <a:t>13</a:t>
            </a:fld>
            <a:endParaRPr lang="en-US"/>
          </a:p>
        </p:txBody>
      </p:sp>
      <p:sp>
        <p:nvSpPr>
          <p:cNvPr id="5" name="TextBox 4"/>
          <p:cNvSpPr txBox="1"/>
          <p:nvPr/>
        </p:nvSpPr>
        <p:spPr>
          <a:xfrm>
            <a:off x="250259" y="1368945"/>
            <a:ext cx="2601516" cy="461665"/>
          </a:xfrm>
          <a:prstGeom prst="rect">
            <a:avLst/>
          </a:prstGeom>
          <a:noFill/>
        </p:spPr>
        <p:txBody>
          <a:bodyPr wrap="square" rtlCol="0">
            <a:spAutoFit/>
          </a:bodyPr>
          <a:lstStyle/>
          <a:p>
            <a:pPr marL="342900" indent="-342900">
              <a:buClr>
                <a:schemeClr val="accent1">
                  <a:lumMod val="50000"/>
                </a:schemeClr>
              </a:buClr>
              <a:buFont typeface="Wingdings" panose="05000000000000000000" pitchFamily="2" charset="2"/>
              <a:buChar char="ü"/>
            </a:pPr>
            <a:r>
              <a:rPr lang="en-US" sz="2400" dirty="0"/>
              <a:t>Coding style</a:t>
            </a:r>
          </a:p>
        </p:txBody>
      </p:sp>
      <p:sp>
        <p:nvSpPr>
          <p:cNvPr id="6" name="TextBox 5"/>
          <p:cNvSpPr txBox="1"/>
          <p:nvPr/>
        </p:nvSpPr>
        <p:spPr>
          <a:xfrm>
            <a:off x="2894756" y="1348002"/>
            <a:ext cx="2429686" cy="830997"/>
          </a:xfrm>
          <a:prstGeom prst="rect">
            <a:avLst/>
          </a:prstGeom>
          <a:noFill/>
        </p:spPr>
        <p:txBody>
          <a:bodyPr wrap="square" rtlCol="0">
            <a:spAutoFit/>
          </a:bodyPr>
          <a:lstStyle/>
          <a:p>
            <a:pPr marL="342900" indent="-342900">
              <a:buClr>
                <a:schemeClr val="accent1">
                  <a:lumMod val="50000"/>
                </a:schemeClr>
              </a:buClr>
              <a:buFont typeface="Wingdings" panose="05000000000000000000" pitchFamily="2" charset="2"/>
              <a:buChar char="ü"/>
            </a:pPr>
            <a:r>
              <a:rPr lang="en-US" sz="2400" dirty="0"/>
              <a:t>Redundant checks</a:t>
            </a:r>
          </a:p>
        </p:txBody>
      </p:sp>
      <p:sp>
        <p:nvSpPr>
          <p:cNvPr id="12" name="TextBox 11"/>
          <p:cNvSpPr txBox="1"/>
          <p:nvPr/>
        </p:nvSpPr>
        <p:spPr>
          <a:xfrm>
            <a:off x="5981436" y="1230446"/>
            <a:ext cx="3162563" cy="830997"/>
          </a:xfrm>
          <a:prstGeom prst="rect">
            <a:avLst/>
          </a:prstGeom>
          <a:noFill/>
        </p:spPr>
        <p:txBody>
          <a:bodyPr wrap="square" rtlCol="0">
            <a:spAutoFit/>
          </a:bodyPr>
          <a:lstStyle/>
          <a:p>
            <a:pPr marL="342900" indent="-342900">
              <a:buClr>
                <a:schemeClr val="accent1">
                  <a:lumMod val="50000"/>
                </a:schemeClr>
              </a:buClr>
              <a:buFont typeface="Wingdings" panose="05000000000000000000" pitchFamily="2" charset="2"/>
              <a:buChar char="ü"/>
            </a:pPr>
            <a:r>
              <a:rPr lang="en-US" sz="2400" dirty="0"/>
              <a:t>Project design violation</a:t>
            </a:r>
          </a:p>
        </p:txBody>
      </p:sp>
      <p:sp>
        <p:nvSpPr>
          <p:cNvPr id="13" name="TextBox 12"/>
          <p:cNvSpPr txBox="1"/>
          <p:nvPr/>
        </p:nvSpPr>
        <p:spPr>
          <a:xfrm>
            <a:off x="2990088" y="4973979"/>
            <a:ext cx="2239022" cy="830997"/>
          </a:xfrm>
          <a:prstGeom prst="rect">
            <a:avLst/>
          </a:prstGeom>
          <a:noFill/>
        </p:spPr>
        <p:txBody>
          <a:bodyPr wrap="square" rtlCol="0">
            <a:spAutoFit/>
          </a:bodyPr>
          <a:lstStyle/>
          <a:p>
            <a:pPr marL="342900" indent="-342900">
              <a:buClr>
                <a:schemeClr val="accent1">
                  <a:lumMod val="50000"/>
                </a:schemeClr>
              </a:buClr>
              <a:buFont typeface="Wingdings" panose="05000000000000000000" pitchFamily="2" charset="2"/>
              <a:buChar char="ü"/>
            </a:pPr>
            <a:r>
              <a:rPr lang="en-US" sz="2400" dirty="0"/>
              <a:t>Unsafe methods</a:t>
            </a:r>
          </a:p>
        </p:txBody>
      </p:sp>
      <p:sp>
        <p:nvSpPr>
          <p:cNvPr id="14" name="TextBox 13"/>
          <p:cNvSpPr txBox="1"/>
          <p:nvPr/>
        </p:nvSpPr>
        <p:spPr>
          <a:xfrm>
            <a:off x="3020516" y="2986796"/>
            <a:ext cx="2857084" cy="830997"/>
          </a:xfrm>
          <a:prstGeom prst="rect">
            <a:avLst/>
          </a:prstGeom>
          <a:noFill/>
        </p:spPr>
        <p:txBody>
          <a:bodyPr wrap="square" rtlCol="0">
            <a:spAutoFit/>
          </a:bodyPr>
          <a:lstStyle/>
          <a:p>
            <a:pPr marL="342900" indent="-342900">
              <a:buClr>
                <a:schemeClr val="accent1">
                  <a:lumMod val="50000"/>
                </a:schemeClr>
              </a:buClr>
              <a:buFont typeface="Wingdings" panose="05000000000000000000" pitchFamily="2" charset="2"/>
              <a:buChar char="ü"/>
            </a:pPr>
            <a:r>
              <a:rPr lang="en-US" sz="2400" dirty="0"/>
              <a:t>Critical security defects</a:t>
            </a:r>
          </a:p>
        </p:txBody>
      </p:sp>
      <p:sp>
        <p:nvSpPr>
          <p:cNvPr id="15" name="TextBox 14"/>
          <p:cNvSpPr txBox="1"/>
          <p:nvPr/>
        </p:nvSpPr>
        <p:spPr>
          <a:xfrm>
            <a:off x="5981437" y="2986796"/>
            <a:ext cx="2429686" cy="830997"/>
          </a:xfrm>
          <a:prstGeom prst="rect">
            <a:avLst/>
          </a:prstGeom>
          <a:noFill/>
        </p:spPr>
        <p:txBody>
          <a:bodyPr wrap="square" rtlCol="0">
            <a:spAutoFit/>
          </a:bodyPr>
          <a:lstStyle/>
          <a:p>
            <a:pPr marL="342900" indent="-342900">
              <a:buClr>
                <a:schemeClr val="accent1">
                  <a:lumMod val="50000"/>
                </a:schemeClr>
              </a:buClr>
              <a:buFont typeface="Wingdings" panose="05000000000000000000" pitchFamily="2" charset="2"/>
              <a:buChar char="ü"/>
            </a:pPr>
            <a:r>
              <a:rPr lang="en-US" sz="2400" dirty="0"/>
              <a:t>Malicious code</a:t>
            </a:r>
          </a:p>
        </p:txBody>
      </p:sp>
      <p:sp>
        <p:nvSpPr>
          <p:cNvPr id="17" name="TextBox 16"/>
          <p:cNvSpPr txBox="1"/>
          <p:nvPr/>
        </p:nvSpPr>
        <p:spPr>
          <a:xfrm>
            <a:off x="250259" y="4973980"/>
            <a:ext cx="2601516" cy="830997"/>
          </a:xfrm>
          <a:prstGeom prst="rect">
            <a:avLst/>
          </a:prstGeom>
          <a:noFill/>
        </p:spPr>
        <p:txBody>
          <a:bodyPr wrap="square" rtlCol="0">
            <a:spAutoFit/>
          </a:bodyPr>
          <a:lstStyle/>
          <a:p>
            <a:pPr marL="342900" indent="-342900">
              <a:buClr>
                <a:schemeClr val="accent1">
                  <a:lumMod val="50000"/>
                </a:schemeClr>
              </a:buClr>
              <a:buFont typeface="Wingdings" panose="05000000000000000000" pitchFamily="2" charset="2"/>
              <a:buChar char="ü"/>
            </a:pPr>
            <a:r>
              <a:rPr lang="en-US" sz="2400" dirty="0"/>
              <a:t>Inadequate input validation</a:t>
            </a:r>
          </a:p>
        </p:txBody>
      </p:sp>
      <p:sp>
        <p:nvSpPr>
          <p:cNvPr id="18" name="TextBox 17"/>
          <p:cNvSpPr txBox="1"/>
          <p:nvPr/>
        </p:nvSpPr>
        <p:spPr>
          <a:xfrm>
            <a:off x="250258" y="2986796"/>
            <a:ext cx="2644497" cy="830997"/>
          </a:xfrm>
          <a:prstGeom prst="rect">
            <a:avLst/>
          </a:prstGeom>
          <a:noFill/>
        </p:spPr>
        <p:txBody>
          <a:bodyPr wrap="square" rtlCol="0">
            <a:spAutoFit/>
          </a:bodyPr>
          <a:lstStyle/>
          <a:p>
            <a:pPr marL="342900" indent="-342900">
              <a:buClr>
                <a:schemeClr val="accent1">
                  <a:lumMod val="50000"/>
                </a:schemeClr>
              </a:buClr>
              <a:buFont typeface="Wingdings" panose="05000000000000000000" pitchFamily="2" charset="2"/>
              <a:buChar char="ü"/>
            </a:pPr>
            <a:r>
              <a:rPr lang="en-US" sz="2400" dirty="0"/>
              <a:t>Misunderstood requirements</a:t>
            </a:r>
          </a:p>
        </p:txBody>
      </p:sp>
      <p:sp>
        <p:nvSpPr>
          <p:cNvPr id="19" name="TextBox 18"/>
          <p:cNvSpPr txBox="1"/>
          <p:nvPr/>
        </p:nvSpPr>
        <p:spPr>
          <a:xfrm>
            <a:off x="5877600" y="4789312"/>
            <a:ext cx="3101808" cy="830997"/>
          </a:xfrm>
          <a:prstGeom prst="rect">
            <a:avLst/>
          </a:prstGeom>
          <a:noFill/>
        </p:spPr>
        <p:txBody>
          <a:bodyPr wrap="square" rtlCol="0">
            <a:spAutoFit/>
          </a:bodyPr>
          <a:lstStyle/>
          <a:p>
            <a:pPr marL="342900" indent="-342900">
              <a:buClr>
                <a:schemeClr val="accent1">
                  <a:lumMod val="50000"/>
                </a:schemeClr>
              </a:buClr>
              <a:buFont typeface="Wingdings" panose="05000000000000000000" pitchFamily="2" charset="2"/>
              <a:buChar char="ü"/>
            </a:pPr>
            <a:r>
              <a:rPr lang="en-US" sz="2400" dirty="0"/>
              <a:t>Lack of exception handling</a:t>
            </a:r>
          </a:p>
        </p:txBody>
      </p:sp>
    </p:spTree>
    <p:extLst>
      <p:ext uri="{BB962C8B-B14F-4D97-AF65-F5344CB8AC3E}">
        <p14:creationId xmlns="" xmlns:p14="http://schemas.microsoft.com/office/powerpoint/2010/main" val="19519561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00FF"/>
                </a:solidFill>
              </a:rPr>
              <a:t>Best practices for code reviews</a:t>
            </a:r>
            <a:endParaRPr lang="en-US" dirty="0">
              <a:solidFill>
                <a:srgbClr val="0000FF"/>
              </a:solidFill>
            </a:endParaRPr>
          </a:p>
        </p:txBody>
      </p:sp>
      <p:sp>
        <p:nvSpPr>
          <p:cNvPr id="4" name="Slide Number Placeholder 3"/>
          <p:cNvSpPr>
            <a:spLocks noGrp="1"/>
          </p:cNvSpPr>
          <p:nvPr>
            <p:ph type="sldNum" sz="quarter" idx="12"/>
          </p:nvPr>
        </p:nvSpPr>
        <p:spPr/>
        <p:txBody>
          <a:bodyPr/>
          <a:lstStyle/>
          <a:p>
            <a:fld id="{D6B81F22-A74F-469E-96BF-1BA5F4DB6F9D}" type="slidenum">
              <a:rPr lang="en-US" smtClean="0"/>
              <a:pPr/>
              <a:t>14</a:t>
            </a:fld>
            <a:endParaRPr lang="en-US"/>
          </a:p>
        </p:txBody>
      </p:sp>
      <p:sp>
        <p:nvSpPr>
          <p:cNvPr id="5" name="TextBox 4"/>
          <p:cNvSpPr txBox="1"/>
          <p:nvPr/>
        </p:nvSpPr>
        <p:spPr>
          <a:xfrm>
            <a:off x="1994410" y="6233240"/>
            <a:ext cx="4849404" cy="246221"/>
          </a:xfrm>
          <a:prstGeom prst="rect">
            <a:avLst/>
          </a:prstGeom>
          <a:noFill/>
        </p:spPr>
        <p:txBody>
          <a:bodyPr wrap="none" rtlCol="0">
            <a:spAutoFit/>
          </a:bodyPr>
          <a:lstStyle/>
          <a:p>
            <a:r>
              <a:rPr lang="en-US" sz="1000" dirty="0"/>
              <a:t>Source: </a:t>
            </a:r>
            <a:r>
              <a:rPr lang="en-US" sz="1000" dirty="0">
                <a:hlinkClick r:id="rId2"/>
              </a:rPr>
              <a:t>https://smartbear.com/learn/code-review/best-practices-for-peer-code-review</a:t>
            </a:r>
            <a:r>
              <a:rPr lang="en-US" sz="1000" dirty="0" smtClean="0">
                <a:hlinkClick r:id="rId2"/>
              </a:rPr>
              <a:t>/</a:t>
            </a:r>
            <a:r>
              <a:rPr lang="en-US" sz="1000" dirty="0" smtClean="0"/>
              <a:t>   </a:t>
            </a:r>
            <a:endParaRPr lang="en-US" sz="1000" dirty="0"/>
          </a:p>
        </p:txBody>
      </p:sp>
    </p:spTree>
    <p:extLst>
      <p:ext uri="{BB962C8B-B14F-4D97-AF65-F5344CB8AC3E}">
        <p14:creationId xmlns="" xmlns:p14="http://schemas.microsoft.com/office/powerpoint/2010/main" val="262200632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smtClean="0"/>
              <a:t>1. Review </a:t>
            </a:r>
            <a:r>
              <a:rPr lang="en-US" sz="3600" dirty="0"/>
              <a:t>fewer than 200–400 lines of code at a time</a:t>
            </a:r>
            <a:endParaRPr lang="en-US" dirty="0"/>
          </a:p>
        </p:txBody>
      </p:sp>
      <p:sp>
        <p:nvSpPr>
          <p:cNvPr id="4" name="Slide Number Placeholder 3"/>
          <p:cNvSpPr>
            <a:spLocks noGrp="1"/>
          </p:cNvSpPr>
          <p:nvPr>
            <p:ph type="sldNum" sz="quarter" idx="12"/>
          </p:nvPr>
        </p:nvSpPr>
        <p:spPr/>
        <p:txBody>
          <a:bodyPr/>
          <a:lstStyle/>
          <a:p>
            <a:fld id="{4326CE6F-D9CB-4ADC-ABE9-3EADDBF4F4B5}" type="slidenum">
              <a:rPr lang="en-US" smtClean="0"/>
              <a:pPr/>
              <a:t>15</a:t>
            </a:fld>
            <a:endParaRPr lang="en-US"/>
          </a:p>
        </p:txBody>
      </p:sp>
      <p:pic>
        <p:nvPicPr>
          <p:cNvPr id="1028" name="Picture 4" descr="Code Review Best Practices"/>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864631" y="1877331"/>
            <a:ext cx="5526769" cy="3689837"/>
          </a:xfrm>
          <a:prstGeom prst="rect">
            <a:avLst/>
          </a:prstGeom>
          <a:noFill/>
          <a:extLst>
            <a:ext uri="{909E8E84-426E-40DD-AFC4-6F175D3DCCD1}">
              <a14:hiddenFill xmlns="" xmlns:a14="http://schemas.microsoft.com/office/drawing/2010/main">
                <a:solidFill>
                  <a:srgbClr val="FFFFFF"/>
                </a:solidFill>
              </a14:hiddenFill>
            </a:ext>
          </a:extLst>
        </p:spPr>
      </p:pic>
      <p:sp>
        <p:nvSpPr>
          <p:cNvPr id="9" name="TextBox 8"/>
          <p:cNvSpPr txBox="1"/>
          <p:nvPr/>
        </p:nvSpPr>
        <p:spPr>
          <a:xfrm>
            <a:off x="2637246" y="6280251"/>
            <a:ext cx="4849404" cy="246221"/>
          </a:xfrm>
          <a:prstGeom prst="rect">
            <a:avLst/>
          </a:prstGeom>
          <a:noFill/>
        </p:spPr>
        <p:txBody>
          <a:bodyPr wrap="none" rtlCol="0">
            <a:spAutoFit/>
          </a:bodyPr>
          <a:lstStyle/>
          <a:p>
            <a:r>
              <a:rPr lang="en-US" sz="1000" dirty="0"/>
              <a:t>Source: </a:t>
            </a:r>
            <a:r>
              <a:rPr lang="en-US" sz="1000" dirty="0">
                <a:hlinkClick r:id="rId3"/>
              </a:rPr>
              <a:t>https://smartbear.com/learn/code-review/best-practices-for-peer-code-review</a:t>
            </a:r>
            <a:r>
              <a:rPr lang="en-US" sz="1000" dirty="0" smtClean="0">
                <a:hlinkClick r:id="rId3"/>
              </a:rPr>
              <a:t>/</a:t>
            </a:r>
            <a:r>
              <a:rPr lang="en-US" sz="1000" dirty="0" smtClean="0"/>
              <a:t>   </a:t>
            </a:r>
            <a:endParaRPr lang="en-US" sz="1000" dirty="0"/>
          </a:p>
        </p:txBody>
      </p:sp>
    </p:spTree>
    <p:extLst>
      <p:ext uri="{BB962C8B-B14F-4D97-AF65-F5344CB8AC3E}">
        <p14:creationId xmlns="" xmlns:p14="http://schemas.microsoft.com/office/powerpoint/2010/main" val="733962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18984"/>
            <a:ext cx="7886700" cy="859516"/>
          </a:xfrm>
        </p:spPr>
        <p:txBody>
          <a:bodyPr>
            <a:noAutofit/>
          </a:bodyPr>
          <a:lstStyle/>
          <a:p>
            <a:r>
              <a:rPr lang="en-US" sz="2800" dirty="0" smtClean="0"/>
              <a:t> </a:t>
            </a:r>
            <a:r>
              <a:rPr lang="en-US" sz="2800" dirty="0"/>
              <a:t>Be sure that authors annotate source code before the review begins.</a:t>
            </a:r>
          </a:p>
        </p:txBody>
      </p:sp>
      <p:sp>
        <p:nvSpPr>
          <p:cNvPr id="7" name="Content Placeholder 6"/>
          <p:cNvSpPr>
            <a:spLocks noGrp="1"/>
          </p:cNvSpPr>
          <p:nvPr>
            <p:ph idx="1"/>
          </p:nvPr>
        </p:nvSpPr>
        <p:spPr/>
        <p:txBody>
          <a:bodyPr/>
          <a:lstStyle/>
          <a:p>
            <a:r>
              <a:rPr lang="en-US" dirty="0" smtClean="0"/>
              <a:t>Annotations </a:t>
            </a:r>
            <a:r>
              <a:rPr lang="en-US" dirty="0"/>
              <a:t>guide the reviewer through the changes</a:t>
            </a:r>
            <a:endParaRPr lang="en-US" i="1" dirty="0"/>
          </a:p>
          <a:p>
            <a:endParaRPr lang="en-US" dirty="0" smtClean="0"/>
          </a:p>
          <a:p>
            <a:r>
              <a:rPr lang="en-US" dirty="0" smtClean="0"/>
              <a:t>Showing </a:t>
            </a:r>
            <a:r>
              <a:rPr lang="en-US" dirty="0"/>
              <a:t>which files to look at first and defending the reason behind each code modification</a:t>
            </a:r>
            <a:r>
              <a:rPr lang="en-US" dirty="0" smtClean="0"/>
              <a:t>.</a:t>
            </a:r>
          </a:p>
          <a:p>
            <a:endParaRPr lang="en-US" dirty="0"/>
          </a:p>
          <a:p>
            <a:r>
              <a:rPr lang="en-US" dirty="0"/>
              <a:t>Annotations should be directed at other reviewers to ease the process and provide more depth in context.</a:t>
            </a:r>
          </a:p>
        </p:txBody>
      </p:sp>
      <p:sp>
        <p:nvSpPr>
          <p:cNvPr id="4" name="Slide Number Placeholder 3"/>
          <p:cNvSpPr>
            <a:spLocks noGrp="1"/>
          </p:cNvSpPr>
          <p:nvPr>
            <p:ph type="sldNum" sz="quarter" idx="12"/>
          </p:nvPr>
        </p:nvSpPr>
        <p:spPr/>
        <p:txBody>
          <a:bodyPr/>
          <a:lstStyle/>
          <a:p>
            <a:fld id="{4326CE6F-D9CB-4ADC-ABE9-3EADDBF4F4B5}" type="slidenum">
              <a:rPr lang="en-US" smtClean="0"/>
              <a:pPr/>
              <a:t>16</a:t>
            </a:fld>
            <a:endParaRPr lang="en-US"/>
          </a:p>
        </p:txBody>
      </p:sp>
      <p:pic>
        <p:nvPicPr>
          <p:cNvPr id="5122" name="Picture 2" descr="http://craigshoemaker.net/images/comments-javascript1.png"/>
          <p:cNvPicPr>
            <a:picLocks noChangeAspect="1" noChangeArrowheads="1"/>
          </p:cNvPicPr>
          <p:nvPr/>
        </p:nvPicPr>
        <p:blipFill rotWithShape="1">
          <a:blip r:embed="rId3">
            <a:extLst>
              <a:ext uri="{28A0092B-C50C-407E-A947-70E740481C1C}">
                <a14:useLocalDpi xmlns="" xmlns:a14="http://schemas.microsoft.com/office/drawing/2010/main" val="0"/>
              </a:ext>
            </a:extLst>
          </a:blip>
          <a:srcRect t="39085"/>
          <a:stretch/>
        </p:blipFill>
        <p:spPr bwMode="auto">
          <a:xfrm>
            <a:off x="1567542" y="3919027"/>
            <a:ext cx="5900057" cy="2326925"/>
          </a:xfrm>
          <a:prstGeom prst="rect">
            <a:avLst/>
          </a:prstGeom>
          <a:noFill/>
          <a:extLst>
            <a:ext uri="{909E8E84-426E-40DD-AFC4-6F175D3DCCD1}">
              <a14:hiddenFill xmlns="" xmlns:a14="http://schemas.microsoft.com/office/drawing/2010/main">
                <a:solidFill>
                  <a:srgbClr val="FFFFFF"/>
                </a:solidFill>
              </a14:hiddenFill>
            </a:ext>
          </a:extLst>
        </p:spPr>
      </p:pic>
      <p:sp>
        <p:nvSpPr>
          <p:cNvPr id="8" name="TextBox 7"/>
          <p:cNvSpPr txBox="1"/>
          <p:nvPr/>
        </p:nvSpPr>
        <p:spPr>
          <a:xfrm>
            <a:off x="2941468" y="6415802"/>
            <a:ext cx="4849404" cy="246221"/>
          </a:xfrm>
          <a:prstGeom prst="rect">
            <a:avLst/>
          </a:prstGeom>
          <a:noFill/>
        </p:spPr>
        <p:txBody>
          <a:bodyPr wrap="none" rtlCol="0">
            <a:spAutoFit/>
          </a:bodyPr>
          <a:lstStyle/>
          <a:p>
            <a:r>
              <a:rPr lang="en-US" sz="1000" dirty="0"/>
              <a:t>Source: </a:t>
            </a:r>
            <a:r>
              <a:rPr lang="en-US" sz="1000" dirty="0">
                <a:hlinkClick r:id="rId4"/>
              </a:rPr>
              <a:t>https://smartbear.com/learn/code-review/best-practices-for-peer-code-review</a:t>
            </a:r>
            <a:r>
              <a:rPr lang="en-US" sz="1000" dirty="0" smtClean="0">
                <a:hlinkClick r:id="rId4"/>
              </a:rPr>
              <a:t>/</a:t>
            </a:r>
            <a:r>
              <a:rPr lang="en-US" sz="1000" dirty="0" smtClean="0"/>
              <a:t>   </a:t>
            </a:r>
            <a:endParaRPr lang="en-US" sz="1000" dirty="0"/>
          </a:p>
        </p:txBody>
      </p:sp>
    </p:spTree>
    <p:extLst>
      <p:ext uri="{BB962C8B-B14F-4D97-AF65-F5344CB8AC3E}">
        <p14:creationId xmlns="" xmlns:p14="http://schemas.microsoft.com/office/powerpoint/2010/main" val="1654449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18984"/>
            <a:ext cx="7886700" cy="859516"/>
          </a:xfrm>
        </p:spPr>
        <p:txBody>
          <a:bodyPr>
            <a:noAutofit/>
          </a:bodyPr>
          <a:lstStyle/>
          <a:p>
            <a:r>
              <a:rPr lang="en-US" sz="2400" dirty="0" smtClean="0"/>
              <a:t> </a:t>
            </a:r>
            <a:r>
              <a:rPr lang="en-US" sz="2400" dirty="0"/>
              <a:t>Establish quantifiable goals for code review and capture metrics so you can improve your processes</a:t>
            </a:r>
            <a:r>
              <a:rPr lang="en-US" sz="2400" dirty="0" smtClean="0"/>
              <a:t>.</a:t>
            </a:r>
            <a:endParaRPr lang="en-US" sz="2400" dirty="0"/>
          </a:p>
        </p:txBody>
      </p:sp>
      <p:sp>
        <p:nvSpPr>
          <p:cNvPr id="7" name="Content Placeholder 6"/>
          <p:cNvSpPr>
            <a:spLocks noGrp="1"/>
          </p:cNvSpPr>
          <p:nvPr>
            <p:ph idx="1"/>
          </p:nvPr>
        </p:nvSpPr>
        <p:spPr/>
        <p:txBody>
          <a:bodyPr/>
          <a:lstStyle/>
          <a:p>
            <a:r>
              <a:rPr lang="en-US" dirty="0" smtClean="0"/>
              <a:t>Set a few tangible goals</a:t>
            </a:r>
          </a:p>
          <a:p>
            <a:pPr lvl="1"/>
            <a:r>
              <a:rPr lang="en-US" dirty="0"/>
              <a:t>reduce support calls by 15</a:t>
            </a:r>
            <a:r>
              <a:rPr lang="en-US" dirty="0" smtClean="0"/>
              <a:t>%,</a:t>
            </a:r>
          </a:p>
          <a:p>
            <a:pPr lvl="1"/>
            <a:r>
              <a:rPr lang="en-US" dirty="0"/>
              <a:t>cut the percentage of defects injected by development in half.</a:t>
            </a:r>
            <a:endParaRPr lang="en-US" dirty="0" smtClean="0"/>
          </a:p>
          <a:p>
            <a:endParaRPr lang="en-US" i="1" dirty="0" smtClean="0"/>
          </a:p>
          <a:p>
            <a:r>
              <a:rPr lang="en-US" dirty="0" smtClean="0"/>
              <a:t>Collect process metrics</a:t>
            </a:r>
          </a:p>
          <a:p>
            <a:pPr lvl="1" fontAlgn="base"/>
            <a:r>
              <a:rPr lang="en-US" b="1" dirty="0"/>
              <a:t>Inspection rate:</a:t>
            </a:r>
            <a:r>
              <a:rPr lang="en-US" dirty="0"/>
              <a:t> the speed with which a review is performed</a:t>
            </a:r>
          </a:p>
          <a:p>
            <a:pPr lvl="1" fontAlgn="base"/>
            <a:r>
              <a:rPr lang="en-US" b="1" dirty="0"/>
              <a:t>Defect rate:</a:t>
            </a:r>
            <a:r>
              <a:rPr lang="en-US" dirty="0"/>
              <a:t> the number of bugs found per hour of review</a:t>
            </a:r>
          </a:p>
          <a:p>
            <a:pPr lvl="1" fontAlgn="base"/>
            <a:r>
              <a:rPr lang="en-US" b="1" dirty="0"/>
              <a:t>Defect density:</a:t>
            </a:r>
            <a:r>
              <a:rPr lang="en-US" dirty="0"/>
              <a:t> the average number of bugs found per line of code</a:t>
            </a:r>
          </a:p>
          <a:p>
            <a:pPr lvl="1"/>
            <a:endParaRPr lang="en-US" dirty="0"/>
          </a:p>
        </p:txBody>
      </p:sp>
      <p:sp>
        <p:nvSpPr>
          <p:cNvPr id="4" name="Slide Number Placeholder 3"/>
          <p:cNvSpPr>
            <a:spLocks noGrp="1"/>
          </p:cNvSpPr>
          <p:nvPr>
            <p:ph type="sldNum" sz="quarter" idx="12"/>
          </p:nvPr>
        </p:nvSpPr>
        <p:spPr/>
        <p:txBody>
          <a:bodyPr/>
          <a:lstStyle/>
          <a:p>
            <a:fld id="{4326CE6F-D9CB-4ADC-ABE9-3EADDBF4F4B5}" type="slidenum">
              <a:rPr lang="en-US" smtClean="0"/>
              <a:pPr/>
              <a:t>17</a:t>
            </a:fld>
            <a:endParaRPr lang="en-US"/>
          </a:p>
        </p:txBody>
      </p:sp>
      <p:sp>
        <p:nvSpPr>
          <p:cNvPr id="8" name="TextBox 7"/>
          <p:cNvSpPr txBox="1"/>
          <p:nvPr/>
        </p:nvSpPr>
        <p:spPr>
          <a:xfrm>
            <a:off x="3050324" y="6415802"/>
            <a:ext cx="4849404" cy="246221"/>
          </a:xfrm>
          <a:prstGeom prst="rect">
            <a:avLst/>
          </a:prstGeom>
          <a:noFill/>
        </p:spPr>
        <p:txBody>
          <a:bodyPr wrap="none" rtlCol="0">
            <a:spAutoFit/>
          </a:bodyPr>
          <a:lstStyle/>
          <a:p>
            <a:r>
              <a:rPr lang="en-US" sz="1000" dirty="0"/>
              <a:t>Source: </a:t>
            </a:r>
            <a:r>
              <a:rPr lang="en-US" sz="1000" dirty="0">
                <a:hlinkClick r:id="rId2"/>
              </a:rPr>
              <a:t>https://smartbear.com/learn/code-review/best-practices-for-peer-code-review</a:t>
            </a:r>
            <a:r>
              <a:rPr lang="en-US" sz="1000" dirty="0" smtClean="0">
                <a:hlinkClick r:id="rId2"/>
              </a:rPr>
              <a:t>/</a:t>
            </a:r>
            <a:r>
              <a:rPr lang="en-US" sz="1000" dirty="0" smtClean="0"/>
              <a:t>   </a:t>
            </a:r>
            <a:endParaRPr lang="en-US" sz="1000" dirty="0"/>
          </a:p>
        </p:txBody>
      </p:sp>
      <p:pic>
        <p:nvPicPr>
          <p:cNvPr id="4100" name="Picture 4" descr="http://www.salisbury.edu/careerservices/Students/images/goal_setting_activities.jpg"/>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5573485" y="4388392"/>
            <a:ext cx="3134178" cy="184854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50144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18984"/>
            <a:ext cx="7886700" cy="859516"/>
          </a:xfrm>
        </p:spPr>
        <p:txBody>
          <a:bodyPr>
            <a:noAutofit/>
          </a:bodyPr>
          <a:lstStyle/>
          <a:p>
            <a:r>
              <a:rPr lang="en-US" sz="2400" dirty="0" smtClean="0"/>
              <a:t> </a:t>
            </a:r>
            <a:r>
              <a:rPr lang="en-US" sz="2400" dirty="0"/>
              <a:t>Use checklists, because they substantially improve results for both authors and </a:t>
            </a:r>
            <a:r>
              <a:rPr lang="en-US" sz="2400" dirty="0" smtClean="0"/>
              <a:t>reviewers.</a:t>
            </a:r>
            <a:endParaRPr lang="en-US" sz="2400" dirty="0"/>
          </a:p>
        </p:txBody>
      </p:sp>
      <p:sp>
        <p:nvSpPr>
          <p:cNvPr id="7" name="Content Placeholder 6"/>
          <p:cNvSpPr>
            <a:spLocks noGrp="1"/>
          </p:cNvSpPr>
          <p:nvPr>
            <p:ph idx="1"/>
          </p:nvPr>
        </p:nvSpPr>
        <p:spPr>
          <a:xfrm>
            <a:off x="587829" y="1227364"/>
            <a:ext cx="4691742" cy="4960484"/>
          </a:xfrm>
        </p:spPr>
        <p:txBody>
          <a:bodyPr/>
          <a:lstStyle/>
          <a:p>
            <a:r>
              <a:rPr lang="en-US" dirty="0" smtClean="0"/>
              <a:t>Developers often make </a:t>
            </a:r>
            <a:r>
              <a:rPr lang="en-US" dirty="0"/>
              <a:t>the same </a:t>
            </a:r>
            <a:r>
              <a:rPr lang="en-US" dirty="0" smtClean="0"/>
              <a:t>mistakes </a:t>
            </a:r>
            <a:r>
              <a:rPr lang="en-US" dirty="0"/>
              <a:t>over and </a:t>
            </a:r>
            <a:r>
              <a:rPr lang="en-US" dirty="0" smtClean="0"/>
              <a:t>over</a:t>
            </a:r>
          </a:p>
          <a:p>
            <a:endParaRPr lang="en-US" dirty="0"/>
          </a:p>
          <a:p>
            <a:r>
              <a:rPr lang="en-US" dirty="0"/>
              <a:t>Omissions in particular are the hardest defects to find because it´s difficult to review something that isn´t there</a:t>
            </a:r>
            <a:r>
              <a:rPr lang="en-US" dirty="0" smtClean="0"/>
              <a:t>.</a:t>
            </a:r>
          </a:p>
          <a:p>
            <a:endParaRPr lang="en-US" dirty="0"/>
          </a:p>
          <a:p>
            <a:r>
              <a:rPr lang="en-US" dirty="0"/>
              <a:t>Checklists are the most effective way to eliminate frequently made errors and to combat the challenges of omission finding.</a:t>
            </a:r>
          </a:p>
        </p:txBody>
      </p:sp>
      <p:sp>
        <p:nvSpPr>
          <p:cNvPr id="4" name="Slide Number Placeholder 3"/>
          <p:cNvSpPr>
            <a:spLocks noGrp="1"/>
          </p:cNvSpPr>
          <p:nvPr>
            <p:ph type="sldNum" sz="quarter" idx="12"/>
          </p:nvPr>
        </p:nvSpPr>
        <p:spPr/>
        <p:txBody>
          <a:bodyPr/>
          <a:lstStyle/>
          <a:p>
            <a:fld id="{4326CE6F-D9CB-4ADC-ABE9-3EADDBF4F4B5}" type="slidenum">
              <a:rPr lang="en-US" smtClean="0"/>
              <a:pPr/>
              <a:t>18</a:t>
            </a:fld>
            <a:endParaRPr lang="en-US"/>
          </a:p>
        </p:txBody>
      </p:sp>
      <p:sp>
        <p:nvSpPr>
          <p:cNvPr id="6" name="TextBox 5"/>
          <p:cNvSpPr txBox="1"/>
          <p:nvPr/>
        </p:nvSpPr>
        <p:spPr>
          <a:xfrm>
            <a:off x="3006782" y="6415802"/>
            <a:ext cx="4849404" cy="246221"/>
          </a:xfrm>
          <a:prstGeom prst="rect">
            <a:avLst/>
          </a:prstGeom>
          <a:noFill/>
        </p:spPr>
        <p:txBody>
          <a:bodyPr wrap="none" rtlCol="0">
            <a:spAutoFit/>
          </a:bodyPr>
          <a:lstStyle/>
          <a:p>
            <a:r>
              <a:rPr lang="en-US" sz="1000" dirty="0"/>
              <a:t>Source: </a:t>
            </a:r>
            <a:r>
              <a:rPr lang="en-US" sz="1000" dirty="0">
                <a:hlinkClick r:id="rId2"/>
              </a:rPr>
              <a:t>https://smartbear.com/learn/code-review/best-practices-for-peer-code-review</a:t>
            </a:r>
            <a:r>
              <a:rPr lang="en-US" sz="1000" dirty="0" smtClean="0">
                <a:hlinkClick r:id="rId2"/>
              </a:rPr>
              <a:t>/</a:t>
            </a:r>
            <a:r>
              <a:rPr lang="en-US" sz="1000" dirty="0" smtClean="0"/>
              <a:t>   </a:t>
            </a:r>
            <a:endParaRPr lang="en-US" sz="1000" dirty="0"/>
          </a:p>
        </p:txBody>
      </p:sp>
      <p:pic>
        <p:nvPicPr>
          <p:cNvPr id="11266" name="Picture 2" descr="http://image.slidesharecdn.com/pfprojectcodereviewchecklistver10-1216744756438153-9/95/pf-project-code-review-checklist-ver10-1-728.jpg?cb=1216693898"/>
          <p:cNvPicPr>
            <a:picLocks noChangeAspect="1" noChangeArrowheads="1"/>
          </p:cNvPicPr>
          <p:nvPr/>
        </p:nvPicPr>
        <p:blipFill rotWithShape="1">
          <a:blip r:embed="rId3">
            <a:extLst>
              <a:ext uri="{28A0092B-C50C-407E-A947-70E740481C1C}">
                <a14:useLocalDpi xmlns="" xmlns:a14="http://schemas.microsoft.com/office/drawing/2010/main" val="0"/>
              </a:ext>
            </a:extLst>
          </a:blip>
          <a:srcRect l="4831" t="7609" r="13696" b="7470"/>
          <a:stretch/>
        </p:blipFill>
        <p:spPr bwMode="auto">
          <a:xfrm>
            <a:off x="5425627" y="1167458"/>
            <a:ext cx="3718373" cy="502039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993534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18984"/>
            <a:ext cx="7886700" cy="859516"/>
          </a:xfrm>
        </p:spPr>
        <p:txBody>
          <a:bodyPr>
            <a:noAutofit/>
          </a:bodyPr>
          <a:lstStyle/>
          <a:p>
            <a:r>
              <a:rPr lang="en-US" sz="2400" dirty="0" smtClean="0"/>
              <a:t> </a:t>
            </a:r>
            <a:r>
              <a:rPr lang="en-US" sz="2400" dirty="0"/>
              <a:t>Verify that the defects are actually fixed</a:t>
            </a:r>
            <a:r>
              <a:rPr lang="en-US" sz="2400" dirty="0" smtClean="0"/>
              <a:t>.</a:t>
            </a:r>
            <a:endParaRPr lang="en-US" sz="2400" dirty="0"/>
          </a:p>
        </p:txBody>
      </p:sp>
      <p:sp>
        <p:nvSpPr>
          <p:cNvPr id="7" name="Content Placeholder 6"/>
          <p:cNvSpPr>
            <a:spLocks noGrp="1"/>
          </p:cNvSpPr>
          <p:nvPr>
            <p:ph idx="1"/>
          </p:nvPr>
        </p:nvSpPr>
        <p:spPr/>
        <p:txBody>
          <a:bodyPr/>
          <a:lstStyle/>
          <a:p>
            <a:r>
              <a:rPr lang="en-US" dirty="0"/>
              <a:t> How will the bugs be fixed</a:t>
            </a:r>
            <a:r>
              <a:rPr lang="en-US" dirty="0" smtClean="0"/>
              <a:t>?</a:t>
            </a:r>
          </a:p>
          <a:p>
            <a:endParaRPr lang="en-US" i="1" dirty="0"/>
          </a:p>
          <a:p>
            <a:r>
              <a:rPr lang="en-US" dirty="0" smtClean="0"/>
              <a:t>Many </a:t>
            </a:r>
            <a:r>
              <a:rPr lang="en-US" dirty="0"/>
              <a:t>teams do not have a systematic method for </a:t>
            </a:r>
            <a:r>
              <a:rPr lang="en-US" i="1" dirty="0"/>
              <a:t>fixing</a:t>
            </a:r>
            <a:r>
              <a:rPr lang="en-US" dirty="0"/>
              <a:t> the bugs they´ve worked so hard to find</a:t>
            </a:r>
            <a:r>
              <a:rPr lang="en-US" dirty="0" smtClean="0"/>
              <a:t>.</a:t>
            </a:r>
          </a:p>
          <a:p>
            <a:endParaRPr lang="en-US" i="1" dirty="0"/>
          </a:p>
          <a:p>
            <a:r>
              <a:rPr lang="en-US" dirty="0"/>
              <a:t>R</a:t>
            </a:r>
            <a:r>
              <a:rPr lang="en-US" dirty="0" smtClean="0"/>
              <a:t>eviewers should </a:t>
            </a:r>
            <a:r>
              <a:rPr lang="en-US" dirty="0"/>
              <a:t>log bugs, discuss them with the author, and approve changes in the code</a:t>
            </a:r>
            <a:r>
              <a:rPr lang="en-US" dirty="0" smtClean="0"/>
              <a:t>.</a:t>
            </a:r>
          </a:p>
          <a:p>
            <a:endParaRPr lang="en-US" i="1" dirty="0" smtClean="0"/>
          </a:p>
        </p:txBody>
      </p:sp>
      <p:sp>
        <p:nvSpPr>
          <p:cNvPr id="4" name="Slide Number Placeholder 3"/>
          <p:cNvSpPr>
            <a:spLocks noGrp="1"/>
          </p:cNvSpPr>
          <p:nvPr>
            <p:ph type="sldNum" sz="quarter" idx="12"/>
          </p:nvPr>
        </p:nvSpPr>
        <p:spPr/>
        <p:txBody>
          <a:bodyPr/>
          <a:lstStyle/>
          <a:p>
            <a:fld id="{4326CE6F-D9CB-4ADC-ABE9-3EADDBF4F4B5}" type="slidenum">
              <a:rPr lang="en-US" smtClean="0"/>
              <a:pPr/>
              <a:t>19</a:t>
            </a:fld>
            <a:endParaRPr lang="en-US"/>
          </a:p>
        </p:txBody>
      </p:sp>
      <p:sp>
        <p:nvSpPr>
          <p:cNvPr id="6" name="TextBox 5"/>
          <p:cNvSpPr txBox="1"/>
          <p:nvPr/>
        </p:nvSpPr>
        <p:spPr>
          <a:xfrm>
            <a:off x="2941467" y="6415802"/>
            <a:ext cx="4849404" cy="246221"/>
          </a:xfrm>
          <a:prstGeom prst="rect">
            <a:avLst/>
          </a:prstGeom>
          <a:noFill/>
        </p:spPr>
        <p:txBody>
          <a:bodyPr wrap="none" rtlCol="0">
            <a:spAutoFit/>
          </a:bodyPr>
          <a:lstStyle/>
          <a:p>
            <a:r>
              <a:rPr lang="en-US" sz="1000" dirty="0"/>
              <a:t>Source: </a:t>
            </a:r>
            <a:r>
              <a:rPr lang="en-US" sz="1000" dirty="0">
                <a:hlinkClick r:id="rId2"/>
              </a:rPr>
              <a:t>https://smartbear.com/learn/code-review/best-practices-for-peer-code-review</a:t>
            </a:r>
            <a:r>
              <a:rPr lang="en-US" sz="1000" dirty="0" smtClean="0">
                <a:hlinkClick r:id="rId2"/>
              </a:rPr>
              <a:t>/</a:t>
            </a:r>
            <a:r>
              <a:rPr lang="en-US" sz="1000" dirty="0" smtClean="0"/>
              <a:t>   </a:t>
            </a:r>
            <a:endParaRPr lang="en-US" sz="1000" dirty="0"/>
          </a:p>
        </p:txBody>
      </p:sp>
      <p:pic>
        <p:nvPicPr>
          <p:cNvPr id="10242" name="Picture 2" descr="https://lsmguide.com/wp-content/uploads/Goals.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336722" y="4059947"/>
            <a:ext cx="3178628" cy="2117016"/>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457571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18984"/>
            <a:ext cx="7886700" cy="859516"/>
          </a:xfrm>
        </p:spPr>
        <p:txBody>
          <a:bodyPr>
            <a:noAutofit/>
          </a:bodyPr>
          <a:lstStyle/>
          <a:p>
            <a:r>
              <a:rPr lang="en-US" sz="2400" dirty="0" smtClean="0"/>
              <a:t>Foster </a:t>
            </a:r>
            <a:r>
              <a:rPr lang="en-US" sz="2400" dirty="0"/>
              <a:t>a good code review culture in which finding defects is viewed positively.</a:t>
            </a:r>
          </a:p>
        </p:txBody>
      </p:sp>
      <p:sp>
        <p:nvSpPr>
          <p:cNvPr id="7" name="Content Placeholder 6"/>
          <p:cNvSpPr>
            <a:spLocks noGrp="1"/>
          </p:cNvSpPr>
          <p:nvPr>
            <p:ph idx="1"/>
          </p:nvPr>
        </p:nvSpPr>
        <p:spPr/>
        <p:txBody>
          <a:bodyPr/>
          <a:lstStyle/>
          <a:p>
            <a:r>
              <a:rPr lang="en-US" dirty="0"/>
              <a:t>Peer review can put strain on interpersonal team relationships. </a:t>
            </a:r>
            <a:endParaRPr lang="en-US" dirty="0" smtClean="0"/>
          </a:p>
          <a:p>
            <a:endParaRPr lang="en-US" i="1" dirty="0"/>
          </a:p>
          <a:p>
            <a:r>
              <a:rPr lang="en-US" dirty="0" smtClean="0"/>
              <a:t>It´s </a:t>
            </a:r>
            <a:r>
              <a:rPr lang="en-US" dirty="0"/>
              <a:t>difficult to have every piece of work critiqued by peers and to have management evaluating and measuring defect density in your code</a:t>
            </a:r>
            <a:r>
              <a:rPr lang="en-US" dirty="0" smtClean="0"/>
              <a:t>.</a:t>
            </a:r>
          </a:p>
          <a:p>
            <a:endParaRPr lang="en-US" i="1" dirty="0"/>
          </a:p>
          <a:p>
            <a:r>
              <a:rPr lang="en-US" dirty="0" smtClean="0"/>
              <a:t>It´s </a:t>
            </a:r>
            <a:r>
              <a:rPr lang="en-US" dirty="0"/>
              <a:t>extremely important that mangers create a culture of collaboration and learning in peer review.</a:t>
            </a:r>
            <a:endParaRPr lang="en-US" i="1" dirty="0" smtClean="0"/>
          </a:p>
          <a:p>
            <a:endParaRPr lang="en-US" dirty="0" smtClean="0"/>
          </a:p>
          <a:p>
            <a:r>
              <a:rPr lang="en-US" dirty="0"/>
              <a:t>While it´s easy to see defects as purely negative, each bug is actually an opportunity for the team to improve code quality. </a:t>
            </a:r>
            <a:endParaRPr lang="en-US" dirty="0" smtClean="0"/>
          </a:p>
          <a:p>
            <a:endParaRPr lang="en-US" dirty="0"/>
          </a:p>
          <a:p>
            <a:r>
              <a:rPr lang="en-US" dirty="0"/>
              <a:t>Defects found in peer review are </a:t>
            </a:r>
            <a:r>
              <a:rPr lang="en-US" i="1" dirty="0"/>
              <a:t>not</a:t>
            </a:r>
            <a:r>
              <a:rPr lang="en-US" dirty="0"/>
              <a:t> an acceptable rubric by which to evaluate team members. </a:t>
            </a:r>
          </a:p>
        </p:txBody>
      </p:sp>
      <p:sp>
        <p:nvSpPr>
          <p:cNvPr id="4" name="Slide Number Placeholder 3"/>
          <p:cNvSpPr>
            <a:spLocks noGrp="1"/>
          </p:cNvSpPr>
          <p:nvPr>
            <p:ph type="sldNum" sz="quarter" idx="12"/>
          </p:nvPr>
        </p:nvSpPr>
        <p:spPr/>
        <p:txBody>
          <a:bodyPr/>
          <a:lstStyle/>
          <a:p>
            <a:fld id="{4326CE6F-D9CB-4ADC-ABE9-3EADDBF4F4B5}" type="slidenum">
              <a:rPr lang="en-US" smtClean="0"/>
              <a:pPr/>
              <a:t>20</a:t>
            </a:fld>
            <a:endParaRPr lang="en-US"/>
          </a:p>
        </p:txBody>
      </p:sp>
      <p:sp>
        <p:nvSpPr>
          <p:cNvPr id="6" name="TextBox 5"/>
          <p:cNvSpPr txBox="1"/>
          <p:nvPr/>
        </p:nvSpPr>
        <p:spPr>
          <a:xfrm>
            <a:off x="3257153" y="6377216"/>
            <a:ext cx="4849404" cy="246221"/>
          </a:xfrm>
          <a:prstGeom prst="rect">
            <a:avLst/>
          </a:prstGeom>
          <a:noFill/>
        </p:spPr>
        <p:txBody>
          <a:bodyPr wrap="none" rtlCol="0">
            <a:spAutoFit/>
          </a:bodyPr>
          <a:lstStyle/>
          <a:p>
            <a:r>
              <a:rPr lang="en-US" sz="1000" dirty="0"/>
              <a:t>Source: </a:t>
            </a:r>
            <a:r>
              <a:rPr lang="en-US" sz="1000" dirty="0">
                <a:hlinkClick r:id="rId2"/>
              </a:rPr>
              <a:t>https://smartbear.com/learn/code-review/best-practices-for-peer-code-review</a:t>
            </a:r>
            <a:r>
              <a:rPr lang="en-US" sz="1000" dirty="0" smtClean="0">
                <a:hlinkClick r:id="rId2"/>
              </a:rPr>
              <a:t>/</a:t>
            </a:r>
            <a:r>
              <a:rPr lang="en-US" sz="1000" dirty="0" smtClean="0"/>
              <a:t>   </a:t>
            </a:r>
            <a:endParaRPr lang="en-US" sz="1000" dirty="0"/>
          </a:p>
        </p:txBody>
      </p:sp>
    </p:spTree>
    <p:extLst>
      <p:ext uri="{BB962C8B-B14F-4D97-AF65-F5344CB8AC3E}">
        <p14:creationId xmlns="" xmlns:p14="http://schemas.microsoft.com/office/powerpoint/2010/main" val="2933086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benefits of Code review</a:t>
            </a:r>
          </a:p>
        </p:txBody>
      </p:sp>
      <p:sp>
        <p:nvSpPr>
          <p:cNvPr id="3" name="Content Placeholder 2"/>
          <p:cNvSpPr>
            <a:spLocks noGrp="1"/>
          </p:cNvSpPr>
          <p:nvPr>
            <p:ph idx="1"/>
          </p:nvPr>
        </p:nvSpPr>
        <p:spPr/>
        <p:txBody>
          <a:bodyPr/>
          <a:lstStyle/>
          <a:p>
            <a:r>
              <a:rPr lang="en-US" dirty="0"/>
              <a:t>Project awareness</a:t>
            </a:r>
          </a:p>
          <a:p>
            <a:endParaRPr lang="en-US" dirty="0"/>
          </a:p>
          <a:p>
            <a:r>
              <a:rPr lang="en-US" dirty="0"/>
              <a:t>Peer impression formation</a:t>
            </a:r>
          </a:p>
          <a:p>
            <a:endParaRPr lang="en-US" dirty="0"/>
          </a:p>
          <a:p>
            <a:r>
              <a:rPr lang="en-US" dirty="0"/>
              <a:t>Consistent coding style</a:t>
            </a:r>
          </a:p>
          <a:p>
            <a:endParaRPr lang="en-US" dirty="0"/>
          </a:p>
          <a:p>
            <a:r>
              <a:rPr lang="en-US" dirty="0"/>
              <a:t>Design discussion</a:t>
            </a:r>
          </a:p>
          <a:p>
            <a:endParaRPr lang="en-US" dirty="0"/>
          </a:p>
          <a:p>
            <a:r>
              <a:rPr lang="en-US" dirty="0"/>
              <a:t>Knowledge dissemination </a:t>
            </a:r>
          </a:p>
          <a:p>
            <a:endParaRPr lang="en-US" dirty="0"/>
          </a:p>
          <a:p>
            <a:endParaRPr lang="en-US" dirty="0"/>
          </a:p>
        </p:txBody>
      </p:sp>
      <p:sp>
        <p:nvSpPr>
          <p:cNvPr id="4" name="Slide Number Placeholder 3"/>
          <p:cNvSpPr>
            <a:spLocks noGrp="1"/>
          </p:cNvSpPr>
          <p:nvPr>
            <p:ph type="sldNum" sz="quarter" idx="12"/>
          </p:nvPr>
        </p:nvSpPr>
        <p:spPr/>
        <p:txBody>
          <a:bodyPr/>
          <a:lstStyle/>
          <a:p>
            <a:fld id="{4326CE6F-D9CB-4ADC-ABE9-3EADDBF4F4B5}" type="slidenum">
              <a:rPr lang="en-US" smtClean="0"/>
              <a:pPr/>
              <a:t>21</a:t>
            </a:fld>
            <a:endParaRPr lang="en-US"/>
          </a:p>
        </p:txBody>
      </p:sp>
    </p:spTree>
    <p:extLst>
      <p:ext uri="{BB962C8B-B14F-4D97-AF65-F5344CB8AC3E}">
        <p14:creationId xmlns="" xmlns:p14="http://schemas.microsoft.com/office/powerpoint/2010/main" val="3521487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shelby-dept-workmark">
  <a:themeElements>
    <a:clrScheme name="">
      <a:dk1>
        <a:srgbClr val="000000"/>
      </a:dk1>
      <a:lt1>
        <a:srgbClr val="FFFFFF"/>
      </a:lt1>
      <a:dk2>
        <a:srgbClr val="FFFFFF"/>
      </a:dk2>
      <a:lt2>
        <a:srgbClr val="808080"/>
      </a:lt2>
      <a:accent1>
        <a:srgbClr val="870000"/>
      </a:accent1>
      <a:accent2>
        <a:srgbClr val="000066"/>
      </a:accent2>
      <a:accent3>
        <a:srgbClr val="FFFFFF"/>
      </a:accent3>
      <a:accent4>
        <a:srgbClr val="000000"/>
      </a:accent4>
      <a:accent5>
        <a:srgbClr val="C3AAAA"/>
      </a:accent5>
      <a:accent6>
        <a:srgbClr val="00005C"/>
      </a:accent6>
      <a:hlink>
        <a:srgbClr val="009999"/>
      </a:hlink>
      <a:folHlink>
        <a:srgbClr val="99CC00"/>
      </a:folHlink>
    </a:clrScheme>
    <a:fontScheme name="Blank Presentation">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Lecture2-Lifecyc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Bosu-CodeReview</Template>
  <TotalTime>6695</TotalTime>
  <Words>1306</Words>
  <Application>Microsoft Office PowerPoint</Application>
  <PresentationFormat>On-screen Show (4:3)</PresentationFormat>
  <Paragraphs>223</Paragraphs>
  <Slides>21</Slides>
  <Notes>10</Notes>
  <HiddenSlides>0</HiddenSlides>
  <MMClips>0</MMClips>
  <ScaleCrop>false</ScaleCrop>
  <HeadingPairs>
    <vt:vector size="4" baseType="variant">
      <vt:variant>
        <vt:lpstr>Theme</vt:lpstr>
      </vt:variant>
      <vt:variant>
        <vt:i4>4</vt:i4>
      </vt:variant>
      <vt:variant>
        <vt:lpstr>Slide Titles</vt:lpstr>
      </vt:variant>
      <vt:variant>
        <vt:i4>21</vt:i4>
      </vt:variant>
    </vt:vector>
  </HeadingPairs>
  <TitlesOfParts>
    <vt:vector size="25" baseType="lpstr">
      <vt:lpstr>shelby-dept-workmark</vt:lpstr>
      <vt:lpstr>HDOfficeLightV0</vt:lpstr>
      <vt:lpstr>Lecture2-Lifecycle</vt:lpstr>
      <vt:lpstr>1_HDOfficeLightV0</vt:lpstr>
      <vt:lpstr>Code Review Example: 1</vt:lpstr>
      <vt:lpstr>Code Review Example: 2</vt:lpstr>
      <vt:lpstr>Code Review example: 3</vt:lpstr>
      <vt:lpstr>Code Review Example: 4</vt:lpstr>
      <vt:lpstr>Proofreading</vt:lpstr>
      <vt:lpstr>Code Review Workflow</vt:lpstr>
      <vt:lpstr>History</vt:lpstr>
      <vt:lpstr>Software Inspection</vt:lpstr>
      <vt:lpstr>Code Review Tools</vt:lpstr>
      <vt:lpstr>Code Review Efforts</vt:lpstr>
      <vt:lpstr>Simplified code review workflow</vt:lpstr>
      <vt:lpstr>Issues identified during code reviews</vt:lpstr>
      <vt:lpstr>Issues identified during code reviews</vt:lpstr>
      <vt:lpstr>Best practices for code reviews</vt:lpstr>
      <vt:lpstr>1. Review fewer than 200–400 lines of code at a time</vt:lpstr>
      <vt:lpstr> Be sure that authors annotate source code before the review begins.</vt:lpstr>
      <vt:lpstr> Establish quantifiable goals for code review and capture metrics so you can improve your processes.</vt:lpstr>
      <vt:lpstr> Use checklists, because they substantially improve results for both authors and reviewers.</vt:lpstr>
      <vt:lpstr> Verify that the defects are actually fixed.</vt:lpstr>
      <vt:lpstr>Foster a good code review culture in which finding defects is viewed positively.</vt:lpstr>
      <vt:lpstr>Other benefits of Code review</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Peer Code Review in Practice</dc:title>
  <dc:creator>Amiangshu Bosu</dc:creator>
  <cp:lastModifiedBy>Anindya Iqbal</cp:lastModifiedBy>
  <cp:revision>75</cp:revision>
  <cp:lastPrinted>2014-04-01T06:09:56Z</cp:lastPrinted>
  <dcterms:created xsi:type="dcterms:W3CDTF">2014-03-30T05:38:15Z</dcterms:created>
  <dcterms:modified xsi:type="dcterms:W3CDTF">2016-11-26T18:25:21Z</dcterms:modified>
</cp:coreProperties>
</file>