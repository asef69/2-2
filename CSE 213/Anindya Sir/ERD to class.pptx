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0" r:id="rId4"/>
    <p:sldId id="267" r:id="rId5"/>
    <p:sldId id="268" r:id="rId6"/>
    <p:sldId id="269"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25-Jul-26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25-Jul-26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25-Jul-26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25-Jul-26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25-Jul-26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ERD to Class</a:t>
            </a:r>
            <a:endParaRPr lang="en-US" dirty="0"/>
          </a:p>
        </p:txBody>
      </p:sp>
      <p:sp>
        <p:nvSpPr>
          <p:cNvPr id="4" name="Subtitle 3"/>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Example Scenario</a:t>
            </a:r>
            <a:endParaRPr lang="en-US" dirty="0"/>
          </a:p>
        </p:txBody>
      </p:sp>
      <p:sp>
        <p:nvSpPr>
          <p:cNvPr id="3" name="Content Placeholder 2"/>
          <p:cNvSpPr>
            <a:spLocks noGrp="1"/>
          </p:cNvSpPr>
          <p:nvPr>
            <p:ph idx="1"/>
          </p:nvPr>
        </p:nvSpPr>
        <p:spPr>
          <a:xfrm>
            <a:off x="152400" y="1371600"/>
            <a:ext cx="8839200" cy="4525963"/>
          </a:xfrm>
        </p:spPr>
        <p:txBody>
          <a:bodyPr>
            <a:noAutofit/>
          </a:bodyPr>
          <a:lstStyle/>
          <a:p>
            <a:pPr>
              <a:buNone/>
            </a:pPr>
            <a:r>
              <a:rPr lang="en-US" sz="2800" dirty="0" smtClean="0"/>
              <a:t>	The University of Toronto has several departments. Each department is managed by a chair, and at least one professor. Professors must be assigned to one, but possibly more departments. At least one professor teaches each course, but a professor may be on sabbatical and not teach any course. Each course may be taught more than once by different professors. We know of the department name, the professor name, the professor employee id, the course names, the course schedule, the term/year that the course is taught, the departments the professor is assigned to, the department that offers the course. </a:t>
            </a:r>
            <a:br>
              <a:rPr lang="en-US" sz="2800" dirty="0" smtClean="0"/>
            </a:br>
            <a:endParaRPr 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Entity/Class Candidates</a:t>
            </a:r>
            <a:endParaRPr lang="en-US" dirty="0"/>
          </a:p>
        </p:txBody>
      </p:sp>
      <p:sp>
        <p:nvSpPr>
          <p:cNvPr id="3" name="Content Placeholder 2"/>
          <p:cNvSpPr>
            <a:spLocks noGrp="1"/>
          </p:cNvSpPr>
          <p:nvPr>
            <p:ph idx="1"/>
          </p:nvPr>
        </p:nvSpPr>
        <p:spPr/>
        <p:txBody>
          <a:bodyPr/>
          <a:lstStyle/>
          <a:p>
            <a:r>
              <a:rPr lang="en-US" dirty="0" smtClean="0"/>
              <a:t>departments, </a:t>
            </a:r>
          </a:p>
          <a:p>
            <a:r>
              <a:rPr lang="en-US" dirty="0" smtClean="0"/>
              <a:t>chair, </a:t>
            </a:r>
          </a:p>
          <a:p>
            <a:r>
              <a:rPr lang="en-US" dirty="0" smtClean="0"/>
              <a:t>professor, </a:t>
            </a:r>
          </a:p>
          <a:p>
            <a:r>
              <a:rPr lang="en-US" dirty="0" smtClean="0"/>
              <a:t>course, and </a:t>
            </a:r>
          </a:p>
          <a:p>
            <a:r>
              <a:rPr lang="en-US" dirty="0" smtClean="0"/>
              <a:t>course section </a:t>
            </a:r>
            <a:br>
              <a:rPr lang="en-US" dirty="0" smtClean="0"/>
            </a:b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Finding Relationship</a:t>
            </a:r>
            <a:endParaRPr lang="en-US" dirty="0"/>
          </a:p>
        </p:txBody>
      </p:sp>
      <p:pic>
        <p:nvPicPr>
          <p:cNvPr id="6146" name="Picture 2"/>
          <p:cNvPicPr>
            <a:picLocks noChangeAspect="1" noChangeArrowheads="1"/>
          </p:cNvPicPr>
          <p:nvPr/>
        </p:nvPicPr>
        <p:blipFill>
          <a:blip r:embed="rId2"/>
          <a:srcRect/>
          <a:stretch>
            <a:fillRect/>
          </a:stretch>
        </p:blipFill>
        <p:spPr bwMode="auto">
          <a:xfrm>
            <a:off x="3175" y="2654300"/>
            <a:ext cx="9137650" cy="154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1109663" y="309563"/>
            <a:ext cx="6924675" cy="6238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p:cNvPicPr>
            <a:picLocks noChangeAspect="1" noChangeArrowheads="1"/>
          </p:cNvPicPr>
          <p:nvPr/>
        </p:nvPicPr>
        <p:blipFill>
          <a:blip r:embed="rId2"/>
          <a:srcRect/>
          <a:stretch>
            <a:fillRect/>
          </a:stretch>
        </p:blipFill>
        <p:spPr bwMode="auto">
          <a:xfrm>
            <a:off x="1295400" y="-14207"/>
            <a:ext cx="6400800" cy="672626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Finding Association</a:t>
            </a:r>
            <a:endParaRPr lang="en-US" dirty="0"/>
          </a:p>
        </p:txBody>
      </p:sp>
      <p:pic>
        <p:nvPicPr>
          <p:cNvPr id="2050" name="Picture 2"/>
          <p:cNvPicPr>
            <a:picLocks noChangeAspect="1" noChangeArrowheads="1"/>
          </p:cNvPicPr>
          <p:nvPr/>
        </p:nvPicPr>
        <p:blipFill>
          <a:blip r:embed="rId2"/>
          <a:srcRect/>
          <a:stretch>
            <a:fillRect/>
          </a:stretch>
        </p:blipFill>
        <p:spPr bwMode="auto">
          <a:xfrm>
            <a:off x="0" y="2390775"/>
            <a:ext cx="9144000" cy="20764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Class Diagram</a:t>
            </a:r>
            <a:endParaRPr lang="en-US" dirty="0"/>
          </a:p>
        </p:txBody>
      </p:sp>
      <p:pic>
        <p:nvPicPr>
          <p:cNvPr id="3074" name="Picture 2"/>
          <p:cNvPicPr>
            <a:picLocks noChangeAspect="1" noChangeArrowheads="1"/>
          </p:cNvPicPr>
          <p:nvPr/>
        </p:nvPicPr>
        <p:blipFill>
          <a:blip r:embed="rId2"/>
          <a:srcRect/>
          <a:stretch>
            <a:fillRect/>
          </a:stretch>
        </p:blipFill>
        <p:spPr bwMode="auto">
          <a:xfrm>
            <a:off x="1152525" y="1381125"/>
            <a:ext cx="6838950" cy="5476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Adding Attributes</a:t>
            </a:r>
            <a:endParaRPr lang="en-US" dirty="0"/>
          </a:p>
        </p:txBody>
      </p:sp>
      <p:pic>
        <p:nvPicPr>
          <p:cNvPr id="4098" name="Picture 2"/>
          <p:cNvPicPr>
            <a:picLocks noChangeAspect="1" noChangeArrowheads="1"/>
          </p:cNvPicPr>
          <p:nvPr/>
        </p:nvPicPr>
        <p:blipFill>
          <a:blip r:embed="rId2"/>
          <a:srcRect/>
          <a:stretch>
            <a:fillRect/>
          </a:stretch>
        </p:blipFill>
        <p:spPr bwMode="auto">
          <a:xfrm>
            <a:off x="1214438" y="1266825"/>
            <a:ext cx="6715125" cy="55149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Operations/behaviors of a class</a:t>
            </a:r>
            <a:endParaRPr lang="en-US" dirty="0"/>
          </a:p>
        </p:txBody>
      </p:sp>
      <p:pic>
        <p:nvPicPr>
          <p:cNvPr id="5122" name="Picture 2"/>
          <p:cNvPicPr>
            <a:picLocks noChangeAspect="1" noChangeArrowheads="1"/>
          </p:cNvPicPr>
          <p:nvPr/>
        </p:nvPicPr>
        <p:blipFill>
          <a:blip r:embed="rId2"/>
          <a:srcRect/>
          <a:stretch>
            <a:fillRect/>
          </a:stretch>
        </p:blipFill>
        <p:spPr bwMode="auto">
          <a:xfrm>
            <a:off x="1447799" y="1371600"/>
            <a:ext cx="6924675" cy="53974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TotalTime>
  <Words>31</Words>
  <Application>Microsoft Office PowerPoint</Application>
  <PresentationFormat>On-screen Show (4:3)</PresentationFormat>
  <Paragraphs>14</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ERD to Class</vt:lpstr>
      <vt:lpstr>Example Scenario</vt:lpstr>
      <vt:lpstr>Entity/Class Candidates</vt:lpstr>
      <vt:lpstr>Finding Relationship</vt:lpstr>
      <vt:lpstr>Slide 5</vt:lpstr>
      <vt:lpstr>Slide 6</vt:lpstr>
      <vt:lpstr>Finding Association</vt:lpstr>
      <vt:lpstr>Basic Class Diagram</vt:lpstr>
      <vt:lpstr>Adding Attributes</vt:lpstr>
      <vt:lpstr>Operations/behaviors of a class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Anindya Iqbal</dc:creator>
  <cp:lastModifiedBy>user</cp:lastModifiedBy>
  <cp:revision>16</cp:revision>
  <dcterms:created xsi:type="dcterms:W3CDTF">2006-08-16T00:00:00Z</dcterms:created>
  <dcterms:modified xsi:type="dcterms:W3CDTF">2026-07-25T16:24:27Z</dcterms:modified>
</cp:coreProperties>
</file>