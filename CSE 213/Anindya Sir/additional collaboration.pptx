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Collaboration Diagrams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/>
              <a:t>Chapter 9 Bennet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495424"/>
            <a:ext cx="7607542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371600"/>
            <a:ext cx="7983231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0876" y="1295400"/>
            <a:ext cx="8462249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57363"/>
            <a:ext cx="8229600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2025" y="1752600"/>
            <a:ext cx="7219950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ADB6BF8-A257-432B-A469-4412454EE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99" t="20833" r="38594" b="8611"/>
          <a:stretch>
            <a:fillRect/>
          </a:stretch>
        </p:blipFill>
        <p:spPr bwMode="auto">
          <a:xfrm>
            <a:off x="304800" y="26988"/>
            <a:ext cx="7810500" cy="667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98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</Words>
  <Application>Microsoft Office PowerPoint</Application>
  <PresentationFormat>On-screen Show (4:3)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Collaboration Diagrams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Anindya Iqbal</dc:creator>
  <cp:lastModifiedBy>user</cp:lastModifiedBy>
  <cp:revision>5</cp:revision>
  <dcterms:created xsi:type="dcterms:W3CDTF">2006-08-16T00:00:00Z</dcterms:created>
  <dcterms:modified xsi:type="dcterms:W3CDTF">2022-01-21T17:18:50Z</dcterms:modified>
</cp:coreProperties>
</file>